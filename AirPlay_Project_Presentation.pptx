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76929C-4F2A-4E8E-B602-6DFE73DDDCA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7933036-0184-46ED-83C5-FA3772689020}">
      <dgm:prSet/>
      <dgm:spPr/>
      <dgm:t>
        <a:bodyPr/>
        <a:lstStyle/>
        <a:p>
          <a:r>
            <a:rPr lang="en-US"/>
            <a:t>• mDNS (Multicast DNS)</a:t>
          </a:r>
        </a:p>
      </dgm:t>
    </dgm:pt>
    <dgm:pt modelId="{8C837DB3-06EB-4465-A73C-48C8785B017D}" type="parTrans" cxnId="{31C712BC-2311-48E7-B277-E74FE85CA212}">
      <dgm:prSet/>
      <dgm:spPr/>
      <dgm:t>
        <a:bodyPr/>
        <a:lstStyle/>
        <a:p>
          <a:endParaRPr lang="en-US"/>
        </a:p>
      </dgm:t>
    </dgm:pt>
    <dgm:pt modelId="{E1BA26BB-E9D2-4291-9D45-126446ECE26F}" type="sibTrans" cxnId="{31C712BC-2311-48E7-B277-E74FE85CA212}">
      <dgm:prSet/>
      <dgm:spPr/>
      <dgm:t>
        <a:bodyPr/>
        <a:lstStyle/>
        <a:p>
          <a:endParaRPr lang="en-US"/>
        </a:p>
      </dgm:t>
    </dgm:pt>
    <dgm:pt modelId="{A2ADACA0-C769-4C20-8D8B-98EE1C8FEF58}">
      <dgm:prSet/>
      <dgm:spPr/>
      <dgm:t>
        <a:bodyPr/>
        <a:lstStyle/>
        <a:p>
          <a:r>
            <a:rPr lang="en-US"/>
            <a:t>• SSDP (Simple Service Discovery Protocol)</a:t>
          </a:r>
        </a:p>
      </dgm:t>
    </dgm:pt>
    <dgm:pt modelId="{21C81A17-0D45-45E0-A7CB-F8CAC17163A5}" type="parTrans" cxnId="{17603837-3E2C-4CE7-B14C-15A34168109D}">
      <dgm:prSet/>
      <dgm:spPr/>
      <dgm:t>
        <a:bodyPr/>
        <a:lstStyle/>
        <a:p>
          <a:endParaRPr lang="en-US"/>
        </a:p>
      </dgm:t>
    </dgm:pt>
    <dgm:pt modelId="{C3241787-5655-4A0A-9D2E-D5083CFC97DE}" type="sibTrans" cxnId="{17603837-3E2C-4CE7-B14C-15A34168109D}">
      <dgm:prSet/>
      <dgm:spPr/>
      <dgm:t>
        <a:bodyPr/>
        <a:lstStyle/>
        <a:p>
          <a:endParaRPr lang="en-US"/>
        </a:p>
      </dgm:t>
    </dgm:pt>
    <dgm:pt modelId="{98E46492-64BA-49FB-9012-365F9279B918}">
      <dgm:prSet/>
      <dgm:spPr/>
      <dgm:t>
        <a:bodyPr/>
        <a:lstStyle/>
        <a:p>
          <a:r>
            <a:rPr lang="en-US"/>
            <a:t>• TCP (Transmission Control Protocol)</a:t>
          </a:r>
        </a:p>
      </dgm:t>
    </dgm:pt>
    <dgm:pt modelId="{45C340C4-3823-402E-B3BC-E79349EA6FE5}" type="parTrans" cxnId="{8F4CE36D-CC3B-4CFE-9157-648DDF028AA4}">
      <dgm:prSet/>
      <dgm:spPr/>
      <dgm:t>
        <a:bodyPr/>
        <a:lstStyle/>
        <a:p>
          <a:endParaRPr lang="en-US"/>
        </a:p>
      </dgm:t>
    </dgm:pt>
    <dgm:pt modelId="{08241BC7-F780-432F-A016-2BAD42BCA158}" type="sibTrans" cxnId="{8F4CE36D-CC3B-4CFE-9157-648DDF028AA4}">
      <dgm:prSet/>
      <dgm:spPr/>
      <dgm:t>
        <a:bodyPr/>
        <a:lstStyle/>
        <a:p>
          <a:endParaRPr lang="en-US"/>
        </a:p>
      </dgm:t>
    </dgm:pt>
    <dgm:pt modelId="{BAA2411A-C08F-4713-A398-CA4567ADF159}">
      <dgm:prSet/>
      <dgm:spPr/>
      <dgm:t>
        <a:bodyPr/>
        <a:lstStyle/>
        <a:p>
          <a:r>
            <a:rPr lang="en-US"/>
            <a:t>• RTSP (Real Time Streaming Protocol)</a:t>
          </a:r>
        </a:p>
      </dgm:t>
    </dgm:pt>
    <dgm:pt modelId="{7E58EDE1-925B-4DF7-9CC6-F03173A3F1D5}" type="parTrans" cxnId="{8D2588CF-E1D2-4FD0-B976-F07F8F25A126}">
      <dgm:prSet/>
      <dgm:spPr/>
      <dgm:t>
        <a:bodyPr/>
        <a:lstStyle/>
        <a:p>
          <a:endParaRPr lang="en-US"/>
        </a:p>
      </dgm:t>
    </dgm:pt>
    <dgm:pt modelId="{87041E15-ED47-45E5-9FC8-1E83C2A68235}" type="sibTrans" cxnId="{8D2588CF-E1D2-4FD0-B976-F07F8F25A126}">
      <dgm:prSet/>
      <dgm:spPr/>
      <dgm:t>
        <a:bodyPr/>
        <a:lstStyle/>
        <a:p>
          <a:endParaRPr lang="en-US"/>
        </a:p>
      </dgm:t>
    </dgm:pt>
    <dgm:pt modelId="{51FD73A9-3638-44A7-96A4-A9B70DA14BFB}">
      <dgm:prSet/>
      <dgm:spPr/>
      <dgm:t>
        <a:bodyPr/>
        <a:lstStyle/>
        <a:p>
          <a:r>
            <a:rPr lang="en-US"/>
            <a:t>• TLS (Transport Layer Security)</a:t>
          </a:r>
        </a:p>
      </dgm:t>
    </dgm:pt>
    <dgm:pt modelId="{FA2E281C-039B-4623-81CB-F0BF3AA4E738}" type="parTrans" cxnId="{1ED37FB8-D19F-4885-A72F-68B748C9C9FC}">
      <dgm:prSet/>
      <dgm:spPr/>
      <dgm:t>
        <a:bodyPr/>
        <a:lstStyle/>
        <a:p>
          <a:endParaRPr lang="en-US"/>
        </a:p>
      </dgm:t>
    </dgm:pt>
    <dgm:pt modelId="{30328150-A17F-4A69-B260-714A08178AE6}" type="sibTrans" cxnId="{1ED37FB8-D19F-4885-A72F-68B748C9C9FC}">
      <dgm:prSet/>
      <dgm:spPr/>
      <dgm:t>
        <a:bodyPr/>
        <a:lstStyle/>
        <a:p>
          <a:endParaRPr lang="en-US"/>
        </a:p>
      </dgm:t>
    </dgm:pt>
    <dgm:pt modelId="{731203DB-6223-4DEF-BCC5-18A515201506}" type="pres">
      <dgm:prSet presAssocID="{3076929C-4F2A-4E8E-B602-6DFE73DDDCAA}" presName="root" presStyleCnt="0">
        <dgm:presLayoutVars>
          <dgm:dir/>
          <dgm:resizeHandles val="exact"/>
        </dgm:presLayoutVars>
      </dgm:prSet>
      <dgm:spPr/>
    </dgm:pt>
    <dgm:pt modelId="{17AB9E16-2865-483A-994A-AC5E7F857B28}" type="pres">
      <dgm:prSet presAssocID="{67933036-0184-46ED-83C5-FA3772689020}" presName="compNode" presStyleCnt="0"/>
      <dgm:spPr/>
    </dgm:pt>
    <dgm:pt modelId="{6229723C-AA73-4DE6-9255-3EF2D31F098B}" type="pres">
      <dgm:prSet presAssocID="{67933036-0184-46ED-83C5-FA3772689020}" presName="bgRect" presStyleLbl="bgShp" presStyleIdx="0" presStyleCnt="5"/>
      <dgm:spPr/>
    </dgm:pt>
    <dgm:pt modelId="{A367DB32-3767-459C-8A79-70EB26A004A4}" type="pres">
      <dgm:prSet presAssocID="{67933036-0184-46ED-83C5-FA377268902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AB6C9853-2D9C-49C6-8B59-52C24F36FA21}" type="pres">
      <dgm:prSet presAssocID="{67933036-0184-46ED-83C5-FA3772689020}" presName="spaceRect" presStyleCnt="0"/>
      <dgm:spPr/>
    </dgm:pt>
    <dgm:pt modelId="{77EBE177-CB49-47AF-8F34-0DE02AC0F51B}" type="pres">
      <dgm:prSet presAssocID="{67933036-0184-46ED-83C5-FA3772689020}" presName="parTx" presStyleLbl="revTx" presStyleIdx="0" presStyleCnt="5">
        <dgm:presLayoutVars>
          <dgm:chMax val="0"/>
          <dgm:chPref val="0"/>
        </dgm:presLayoutVars>
      </dgm:prSet>
      <dgm:spPr/>
    </dgm:pt>
    <dgm:pt modelId="{936A6783-7211-49ED-8586-B21638812E93}" type="pres">
      <dgm:prSet presAssocID="{E1BA26BB-E9D2-4291-9D45-126446ECE26F}" presName="sibTrans" presStyleCnt="0"/>
      <dgm:spPr/>
    </dgm:pt>
    <dgm:pt modelId="{855A512B-97F0-4CE5-A7F1-46B37CF8EC4A}" type="pres">
      <dgm:prSet presAssocID="{A2ADACA0-C769-4C20-8D8B-98EE1C8FEF58}" presName="compNode" presStyleCnt="0"/>
      <dgm:spPr/>
    </dgm:pt>
    <dgm:pt modelId="{B23B97C3-2F28-48D8-930F-0290DC903128}" type="pres">
      <dgm:prSet presAssocID="{A2ADACA0-C769-4C20-8D8B-98EE1C8FEF58}" presName="bgRect" presStyleLbl="bgShp" presStyleIdx="1" presStyleCnt="5"/>
      <dgm:spPr/>
    </dgm:pt>
    <dgm:pt modelId="{E1047B8A-F5B4-4C25-BD35-C70D4ADA525F}" type="pres">
      <dgm:prSet presAssocID="{A2ADACA0-C769-4C20-8D8B-98EE1C8FEF5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C8F7AF09-936A-436E-BA0E-97691D7374D8}" type="pres">
      <dgm:prSet presAssocID="{A2ADACA0-C769-4C20-8D8B-98EE1C8FEF58}" presName="spaceRect" presStyleCnt="0"/>
      <dgm:spPr/>
    </dgm:pt>
    <dgm:pt modelId="{0B20657D-120F-4CCA-833B-A5235FF869D9}" type="pres">
      <dgm:prSet presAssocID="{A2ADACA0-C769-4C20-8D8B-98EE1C8FEF58}" presName="parTx" presStyleLbl="revTx" presStyleIdx="1" presStyleCnt="5">
        <dgm:presLayoutVars>
          <dgm:chMax val="0"/>
          <dgm:chPref val="0"/>
        </dgm:presLayoutVars>
      </dgm:prSet>
      <dgm:spPr/>
    </dgm:pt>
    <dgm:pt modelId="{3846B3B0-8DD4-4F49-96DE-02F8B85AF949}" type="pres">
      <dgm:prSet presAssocID="{C3241787-5655-4A0A-9D2E-D5083CFC97DE}" presName="sibTrans" presStyleCnt="0"/>
      <dgm:spPr/>
    </dgm:pt>
    <dgm:pt modelId="{D4B79F23-E875-4CB6-B5BC-47D1F49AFDD4}" type="pres">
      <dgm:prSet presAssocID="{98E46492-64BA-49FB-9012-365F9279B918}" presName="compNode" presStyleCnt="0"/>
      <dgm:spPr/>
    </dgm:pt>
    <dgm:pt modelId="{38F6C7C9-8FCA-43CE-94F7-0B8D29D34DC0}" type="pres">
      <dgm:prSet presAssocID="{98E46492-64BA-49FB-9012-365F9279B918}" presName="bgRect" presStyleLbl="bgShp" presStyleIdx="2" presStyleCnt="5"/>
      <dgm:spPr/>
    </dgm:pt>
    <dgm:pt modelId="{7468260F-5DE8-49E8-93C0-F4D3CFA70CA5}" type="pres">
      <dgm:prSet presAssocID="{98E46492-64BA-49FB-9012-365F9279B91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2D5DF313-A8C3-4817-B8D0-A66055EEDB8B}" type="pres">
      <dgm:prSet presAssocID="{98E46492-64BA-49FB-9012-365F9279B918}" presName="spaceRect" presStyleCnt="0"/>
      <dgm:spPr/>
    </dgm:pt>
    <dgm:pt modelId="{FAFCBADC-4555-4B42-8219-0B0664D4B460}" type="pres">
      <dgm:prSet presAssocID="{98E46492-64BA-49FB-9012-365F9279B918}" presName="parTx" presStyleLbl="revTx" presStyleIdx="2" presStyleCnt="5">
        <dgm:presLayoutVars>
          <dgm:chMax val="0"/>
          <dgm:chPref val="0"/>
        </dgm:presLayoutVars>
      </dgm:prSet>
      <dgm:spPr/>
    </dgm:pt>
    <dgm:pt modelId="{BC4D80C1-2AA9-4CD0-AC3D-4656F5E3C5A4}" type="pres">
      <dgm:prSet presAssocID="{08241BC7-F780-432F-A016-2BAD42BCA158}" presName="sibTrans" presStyleCnt="0"/>
      <dgm:spPr/>
    </dgm:pt>
    <dgm:pt modelId="{56A1042E-98FE-4E92-BBB4-B5C5359E05C0}" type="pres">
      <dgm:prSet presAssocID="{BAA2411A-C08F-4713-A398-CA4567ADF159}" presName="compNode" presStyleCnt="0"/>
      <dgm:spPr/>
    </dgm:pt>
    <dgm:pt modelId="{E3B8BA67-3E36-44E1-8E67-E4323C0CA580}" type="pres">
      <dgm:prSet presAssocID="{BAA2411A-C08F-4713-A398-CA4567ADF159}" presName="bgRect" presStyleLbl="bgShp" presStyleIdx="3" presStyleCnt="5"/>
      <dgm:spPr/>
    </dgm:pt>
    <dgm:pt modelId="{D322EED9-9CFF-446D-8956-24FCD35BB221}" type="pres">
      <dgm:prSet presAssocID="{BAA2411A-C08F-4713-A398-CA4567ADF15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1E92CF5-270A-415C-9195-BE896357F901}" type="pres">
      <dgm:prSet presAssocID="{BAA2411A-C08F-4713-A398-CA4567ADF159}" presName="spaceRect" presStyleCnt="0"/>
      <dgm:spPr/>
    </dgm:pt>
    <dgm:pt modelId="{342953D7-A5D9-440F-A461-B115F973A89C}" type="pres">
      <dgm:prSet presAssocID="{BAA2411A-C08F-4713-A398-CA4567ADF159}" presName="parTx" presStyleLbl="revTx" presStyleIdx="3" presStyleCnt="5">
        <dgm:presLayoutVars>
          <dgm:chMax val="0"/>
          <dgm:chPref val="0"/>
        </dgm:presLayoutVars>
      </dgm:prSet>
      <dgm:spPr/>
    </dgm:pt>
    <dgm:pt modelId="{16B60B68-4D2E-4E63-AC91-3487B38CA8B8}" type="pres">
      <dgm:prSet presAssocID="{87041E15-ED47-45E5-9FC8-1E83C2A68235}" presName="sibTrans" presStyleCnt="0"/>
      <dgm:spPr/>
    </dgm:pt>
    <dgm:pt modelId="{451247A6-E5E6-4D24-AC4F-DB48D914874C}" type="pres">
      <dgm:prSet presAssocID="{51FD73A9-3638-44A7-96A4-A9B70DA14BFB}" presName="compNode" presStyleCnt="0"/>
      <dgm:spPr/>
    </dgm:pt>
    <dgm:pt modelId="{FA7975AD-D17A-4995-82CC-E60B3A5A1914}" type="pres">
      <dgm:prSet presAssocID="{51FD73A9-3638-44A7-96A4-A9B70DA14BFB}" presName="bgRect" presStyleLbl="bgShp" presStyleIdx="4" presStyleCnt="5"/>
      <dgm:spPr/>
    </dgm:pt>
    <dgm:pt modelId="{546C8BED-116B-4287-8458-530C7E175E30}" type="pres">
      <dgm:prSet presAssocID="{51FD73A9-3638-44A7-96A4-A9B70DA14BF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63B344F-F321-4692-B5A6-CAA54A6B676F}" type="pres">
      <dgm:prSet presAssocID="{51FD73A9-3638-44A7-96A4-A9B70DA14BFB}" presName="spaceRect" presStyleCnt="0"/>
      <dgm:spPr/>
    </dgm:pt>
    <dgm:pt modelId="{1F8499D0-5657-4437-BC5C-ECEE72D0D7C7}" type="pres">
      <dgm:prSet presAssocID="{51FD73A9-3638-44A7-96A4-A9B70DA14BF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3B31505-4CF0-48EB-A0EA-5F419771B885}" type="presOf" srcId="{67933036-0184-46ED-83C5-FA3772689020}" destId="{77EBE177-CB49-47AF-8F34-0DE02AC0F51B}" srcOrd="0" destOrd="0" presId="urn:microsoft.com/office/officeart/2018/2/layout/IconVerticalSolidList"/>
    <dgm:cxn modelId="{0FAA9522-CDFF-4E7B-ACE3-00E58B6D12F9}" type="presOf" srcId="{51FD73A9-3638-44A7-96A4-A9B70DA14BFB}" destId="{1F8499D0-5657-4437-BC5C-ECEE72D0D7C7}" srcOrd="0" destOrd="0" presId="urn:microsoft.com/office/officeart/2018/2/layout/IconVerticalSolidList"/>
    <dgm:cxn modelId="{378CD931-15BE-44F1-83A7-C162AC26E327}" type="presOf" srcId="{BAA2411A-C08F-4713-A398-CA4567ADF159}" destId="{342953D7-A5D9-440F-A461-B115F973A89C}" srcOrd="0" destOrd="0" presId="urn:microsoft.com/office/officeart/2018/2/layout/IconVerticalSolidList"/>
    <dgm:cxn modelId="{17603837-3E2C-4CE7-B14C-15A34168109D}" srcId="{3076929C-4F2A-4E8E-B602-6DFE73DDDCAA}" destId="{A2ADACA0-C769-4C20-8D8B-98EE1C8FEF58}" srcOrd="1" destOrd="0" parTransId="{21C81A17-0D45-45E0-A7CB-F8CAC17163A5}" sibTransId="{C3241787-5655-4A0A-9D2E-D5083CFC97DE}"/>
    <dgm:cxn modelId="{33F52C40-9EA8-4F5A-8D0E-7F329309C115}" type="presOf" srcId="{A2ADACA0-C769-4C20-8D8B-98EE1C8FEF58}" destId="{0B20657D-120F-4CCA-833B-A5235FF869D9}" srcOrd="0" destOrd="0" presId="urn:microsoft.com/office/officeart/2018/2/layout/IconVerticalSolidList"/>
    <dgm:cxn modelId="{8F4CE36D-CC3B-4CFE-9157-648DDF028AA4}" srcId="{3076929C-4F2A-4E8E-B602-6DFE73DDDCAA}" destId="{98E46492-64BA-49FB-9012-365F9279B918}" srcOrd="2" destOrd="0" parTransId="{45C340C4-3823-402E-B3BC-E79349EA6FE5}" sibTransId="{08241BC7-F780-432F-A016-2BAD42BCA158}"/>
    <dgm:cxn modelId="{F8C5C175-43A7-411A-9B53-74A06C7EFFB3}" type="presOf" srcId="{98E46492-64BA-49FB-9012-365F9279B918}" destId="{FAFCBADC-4555-4B42-8219-0B0664D4B460}" srcOrd="0" destOrd="0" presId="urn:microsoft.com/office/officeart/2018/2/layout/IconVerticalSolidList"/>
    <dgm:cxn modelId="{1ED37FB8-D19F-4885-A72F-68B748C9C9FC}" srcId="{3076929C-4F2A-4E8E-B602-6DFE73DDDCAA}" destId="{51FD73A9-3638-44A7-96A4-A9B70DA14BFB}" srcOrd="4" destOrd="0" parTransId="{FA2E281C-039B-4623-81CB-F0BF3AA4E738}" sibTransId="{30328150-A17F-4A69-B260-714A08178AE6}"/>
    <dgm:cxn modelId="{31C712BC-2311-48E7-B277-E74FE85CA212}" srcId="{3076929C-4F2A-4E8E-B602-6DFE73DDDCAA}" destId="{67933036-0184-46ED-83C5-FA3772689020}" srcOrd="0" destOrd="0" parTransId="{8C837DB3-06EB-4465-A73C-48C8785B017D}" sibTransId="{E1BA26BB-E9D2-4291-9D45-126446ECE26F}"/>
    <dgm:cxn modelId="{8D2588CF-E1D2-4FD0-B976-F07F8F25A126}" srcId="{3076929C-4F2A-4E8E-B602-6DFE73DDDCAA}" destId="{BAA2411A-C08F-4713-A398-CA4567ADF159}" srcOrd="3" destOrd="0" parTransId="{7E58EDE1-925B-4DF7-9CC6-F03173A3F1D5}" sibTransId="{87041E15-ED47-45E5-9FC8-1E83C2A68235}"/>
    <dgm:cxn modelId="{FB65C5E0-EAAE-42A2-8EF1-9D594A4484DA}" type="presOf" srcId="{3076929C-4F2A-4E8E-B602-6DFE73DDDCAA}" destId="{731203DB-6223-4DEF-BCC5-18A515201506}" srcOrd="0" destOrd="0" presId="urn:microsoft.com/office/officeart/2018/2/layout/IconVerticalSolidList"/>
    <dgm:cxn modelId="{5249045E-98C2-440F-A148-04AC449A4BC1}" type="presParOf" srcId="{731203DB-6223-4DEF-BCC5-18A515201506}" destId="{17AB9E16-2865-483A-994A-AC5E7F857B28}" srcOrd="0" destOrd="0" presId="urn:microsoft.com/office/officeart/2018/2/layout/IconVerticalSolidList"/>
    <dgm:cxn modelId="{97C09E54-D889-475E-9623-67D926E879E5}" type="presParOf" srcId="{17AB9E16-2865-483A-994A-AC5E7F857B28}" destId="{6229723C-AA73-4DE6-9255-3EF2D31F098B}" srcOrd="0" destOrd="0" presId="urn:microsoft.com/office/officeart/2018/2/layout/IconVerticalSolidList"/>
    <dgm:cxn modelId="{52437510-1183-49F5-B037-87032BA59131}" type="presParOf" srcId="{17AB9E16-2865-483A-994A-AC5E7F857B28}" destId="{A367DB32-3767-459C-8A79-70EB26A004A4}" srcOrd="1" destOrd="0" presId="urn:microsoft.com/office/officeart/2018/2/layout/IconVerticalSolidList"/>
    <dgm:cxn modelId="{401AABFB-4B36-4F25-B6E8-BE4C02DF6D15}" type="presParOf" srcId="{17AB9E16-2865-483A-994A-AC5E7F857B28}" destId="{AB6C9853-2D9C-49C6-8B59-52C24F36FA21}" srcOrd="2" destOrd="0" presId="urn:microsoft.com/office/officeart/2018/2/layout/IconVerticalSolidList"/>
    <dgm:cxn modelId="{79EAF302-2E11-453C-8DB9-269E4A4A69AD}" type="presParOf" srcId="{17AB9E16-2865-483A-994A-AC5E7F857B28}" destId="{77EBE177-CB49-47AF-8F34-0DE02AC0F51B}" srcOrd="3" destOrd="0" presId="urn:microsoft.com/office/officeart/2018/2/layout/IconVerticalSolidList"/>
    <dgm:cxn modelId="{00E4CC7C-11E0-4E1E-BB9A-A63146E421C0}" type="presParOf" srcId="{731203DB-6223-4DEF-BCC5-18A515201506}" destId="{936A6783-7211-49ED-8586-B21638812E93}" srcOrd="1" destOrd="0" presId="urn:microsoft.com/office/officeart/2018/2/layout/IconVerticalSolidList"/>
    <dgm:cxn modelId="{91887277-9696-4321-A753-1CBB76B317CE}" type="presParOf" srcId="{731203DB-6223-4DEF-BCC5-18A515201506}" destId="{855A512B-97F0-4CE5-A7F1-46B37CF8EC4A}" srcOrd="2" destOrd="0" presId="urn:microsoft.com/office/officeart/2018/2/layout/IconVerticalSolidList"/>
    <dgm:cxn modelId="{5ED8E620-3EDF-45C1-8A3A-233F0804DC23}" type="presParOf" srcId="{855A512B-97F0-4CE5-A7F1-46B37CF8EC4A}" destId="{B23B97C3-2F28-48D8-930F-0290DC903128}" srcOrd="0" destOrd="0" presId="urn:microsoft.com/office/officeart/2018/2/layout/IconVerticalSolidList"/>
    <dgm:cxn modelId="{71BCCF1A-133A-4921-A304-6CA997D43AA4}" type="presParOf" srcId="{855A512B-97F0-4CE5-A7F1-46B37CF8EC4A}" destId="{E1047B8A-F5B4-4C25-BD35-C70D4ADA525F}" srcOrd="1" destOrd="0" presId="urn:microsoft.com/office/officeart/2018/2/layout/IconVerticalSolidList"/>
    <dgm:cxn modelId="{733F46DC-962D-4FB6-B4A4-8C5DF1CEFEE1}" type="presParOf" srcId="{855A512B-97F0-4CE5-A7F1-46B37CF8EC4A}" destId="{C8F7AF09-936A-436E-BA0E-97691D7374D8}" srcOrd="2" destOrd="0" presId="urn:microsoft.com/office/officeart/2018/2/layout/IconVerticalSolidList"/>
    <dgm:cxn modelId="{8EC68E8F-CF86-4B1B-B9A9-3B0B394F6477}" type="presParOf" srcId="{855A512B-97F0-4CE5-A7F1-46B37CF8EC4A}" destId="{0B20657D-120F-4CCA-833B-A5235FF869D9}" srcOrd="3" destOrd="0" presId="urn:microsoft.com/office/officeart/2018/2/layout/IconVerticalSolidList"/>
    <dgm:cxn modelId="{E4C00FF0-ED40-40AE-BFE6-D7283FBCC5B9}" type="presParOf" srcId="{731203DB-6223-4DEF-BCC5-18A515201506}" destId="{3846B3B0-8DD4-4F49-96DE-02F8B85AF949}" srcOrd="3" destOrd="0" presId="urn:microsoft.com/office/officeart/2018/2/layout/IconVerticalSolidList"/>
    <dgm:cxn modelId="{B76C1004-03C8-4D93-91DB-7F4800BAB38B}" type="presParOf" srcId="{731203DB-6223-4DEF-BCC5-18A515201506}" destId="{D4B79F23-E875-4CB6-B5BC-47D1F49AFDD4}" srcOrd="4" destOrd="0" presId="urn:microsoft.com/office/officeart/2018/2/layout/IconVerticalSolidList"/>
    <dgm:cxn modelId="{8EE48581-096A-414E-B4AC-69070B1DF561}" type="presParOf" srcId="{D4B79F23-E875-4CB6-B5BC-47D1F49AFDD4}" destId="{38F6C7C9-8FCA-43CE-94F7-0B8D29D34DC0}" srcOrd="0" destOrd="0" presId="urn:microsoft.com/office/officeart/2018/2/layout/IconVerticalSolidList"/>
    <dgm:cxn modelId="{CB3B4997-BBE5-4AEB-B22E-3D708E0AB4D1}" type="presParOf" srcId="{D4B79F23-E875-4CB6-B5BC-47D1F49AFDD4}" destId="{7468260F-5DE8-49E8-93C0-F4D3CFA70CA5}" srcOrd="1" destOrd="0" presId="urn:microsoft.com/office/officeart/2018/2/layout/IconVerticalSolidList"/>
    <dgm:cxn modelId="{55ADD80B-B007-4AE7-92AE-CB7B2082CDCD}" type="presParOf" srcId="{D4B79F23-E875-4CB6-B5BC-47D1F49AFDD4}" destId="{2D5DF313-A8C3-4817-B8D0-A66055EEDB8B}" srcOrd="2" destOrd="0" presId="urn:microsoft.com/office/officeart/2018/2/layout/IconVerticalSolidList"/>
    <dgm:cxn modelId="{75BDFE1E-6FDD-4DAA-9240-9E37F9C05A21}" type="presParOf" srcId="{D4B79F23-E875-4CB6-B5BC-47D1F49AFDD4}" destId="{FAFCBADC-4555-4B42-8219-0B0664D4B460}" srcOrd="3" destOrd="0" presId="urn:microsoft.com/office/officeart/2018/2/layout/IconVerticalSolidList"/>
    <dgm:cxn modelId="{FD8B9D25-AF3B-4CEA-A2F5-B130ED0394D7}" type="presParOf" srcId="{731203DB-6223-4DEF-BCC5-18A515201506}" destId="{BC4D80C1-2AA9-4CD0-AC3D-4656F5E3C5A4}" srcOrd="5" destOrd="0" presId="urn:microsoft.com/office/officeart/2018/2/layout/IconVerticalSolidList"/>
    <dgm:cxn modelId="{B06BCF29-0194-4A4B-8717-B5DCA3EEF5E4}" type="presParOf" srcId="{731203DB-6223-4DEF-BCC5-18A515201506}" destId="{56A1042E-98FE-4E92-BBB4-B5C5359E05C0}" srcOrd="6" destOrd="0" presId="urn:microsoft.com/office/officeart/2018/2/layout/IconVerticalSolidList"/>
    <dgm:cxn modelId="{0F15D19E-7C84-4093-93B2-B8F0A1A52482}" type="presParOf" srcId="{56A1042E-98FE-4E92-BBB4-B5C5359E05C0}" destId="{E3B8BA67-3E36-44E1-8E67-E4323C0CA580}" srcOrd="0" destOrd="0" presId="urn:microsoft.com/office/officeart/2018/2/layout/IconVerticalSolidList"/>
    <dgm:cxn modelId="{0118FF44-EE95-46AB-94AB-9C74D522CD3B}" type="presParOf" srcId="{56A1042E-98FE-4E92-BBB4-B5C5359E05C0}" destId="{D322EED9-9CFF-446D-8956-24FCD35BB221}" srcOrd="1" destOrd="0" presId="urn:microsoft.com/office/officeart/2018/2/layout/IconVerticalSolidList"/>
    <dgm:cxn modelId="{BAE25501-78A9-450B-94F2-3323C1008500}" type="presParOf" srcId="{56A1042E-98FE-4E92-BBB4-B5C5359E05C0}" destId="{11E92CF5-270A-415C-9195-BE896357F901}" srcOrd="2" destOrd="0" presId="urn:microsoft.com/office/officeart/2018/2/layout/IconVerticalSolidList"/>
    <dgm:cxn modelId="{90189385-996D-4E38-9F2A-11A26B9FE67A}" type="presParOf" srcId="{56A1042E-98FE-4E92-BBB4-B5C5359E05C0}" destId="{342953D7-A5D9-440F-A461-B115F973A89C}" srcOrd="3" destOrd="0" presId="urn:microsoft.com/office/officeart/2018/2/layout/IconVerticalSolidList"/>
    <dgm:cxn modelId="{E093D432-E157-43A9-A7AA-8485CABD2930}" type="presParOf" srcId="{731203DB-6223-4DEF-BCC5-18A515201506}" destId="{16B60B68-4D2E-4E63-AC91-3487B38CA8B8}" srcOrd="7" destOrd="0" presId="urn:microsoft.com/office/officeart/2018/2/layout/IconVerticalSolidList"/>
    <dgm:cxn modelId="{4F06CB3B-9C9E-49C8-AC16-B9A140EE098B}" type="presParOf" srcId="{731203DB-6223-4DEF-BCC5-18A515201506}" destId="{451247A6-E5E6-4D24-AC4F-DB48D914874C}" srcOrd="8" destOrd="0" presId="urn:microsoft.com/office/officeart/2018/2/layout/IconVerticalSolidList"/>
    <dgm:cxn modelId="{C328C833-1E1C-4C5C-8E28-A5BA9F96A994}" type="presParOf" srcId="{451247A6-E5E6-4D24-AC4F-DB48D914874C}" destId="{FA7975AD-D17A-4995-82CC-E60B3A5A1914}" srcOrd="0" destOrd="0" presId="urn:microsoft.com/office/officeart/2018/2/layout/IconVerticalSolidList"/>
    <dgm:cxn modelId="{FCCA5477-420E-4828-A2E8-7D90DB72F753}" type="presParOf" srcId="{451247A6-E5E6-4D24-AC4F-DB48D914874C}" destId="{546C8BED-116B-4287-8458-530C7E175E30}" srcOrd="1" destOrd="0" presId="urn:microsoft.com/office/officeart/2018/2/layout/IconVerticalSolidList"/>
    <dgm:cxn modelId="{5ED38F5B-5275-4541-AEF1-32DCB9EEA571}" type="presParOf" srcId="{451247A6-E5E6-4D24-AC4F-DB48D914874C}" destId="{663B344F-F321-4692-B5A6-CAA54A6B676F}" srcOrd="2" destOrd="0" presId="urn:microsoft.com/office/officeart/2018/2/layout/IconVerticalSolidList"/>
    <dgm:cxn modelId="{E7F05CEF-FE17-464B-84F5-76C7964D2FC5}" type="presParOf" srcId="{451247A6-E5E6-4D24-AC4F-DB48D914874C}" destId="{1F8499D0-5657-4437-BC5C-ECEE72D0D7C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908204-ADB1-476A-8B59-4EC5435F7BE8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1F4A81D-E38E-4328-BA05-043BA4B5B7B1}">
      <dgm:prSet/>
      <dgm:spPr/>
      <dgm:t>
        <a:bodyPr/>
        <a:lstStyle/>
        <a:p>
          <a:r>
            <a:rPr lang="en-US"/>
            <a:t>• Two main captures:</a:t>
          </a:r>
        </a:p>
      </dgm:t>
    </dgm:pt>
    <dgm:pt modelId="{733BFECE-D090-4F67-ABA4-D34F5866F1A1}" type="parTrans" cxnId="{79DE0027-EEE9-47B5-BE13-E9E73968E98C}">
      <dgm:prSet/>
      <dgm:spPr/>
      <dgm:t>
        <a:bodyPr/>
        <a:lstStyle/>
        <a:p>
          <a:endParaRPr lang="en-US"/>
        </a:p>
      </dgm:t>
    </dgm:pt>
    <dgm:pt modelId="{B29AF08A-394F-4756-B720-6865A6389B13}" type="sibTrans" cxnId="{79DE0027-EEE9-47B5-BE13-E9E73968E98C}">
      <dgm:prSet/>
      <dgm:spPr/>
      <dgm:t>
        <a:bodyPr/>
        <a:lstStyle/>
        <a:p>
          <a:endParaRPr lang="en-US"/>
        </a:p>
      </dgm:t>
    </dgm:pt>
    <dgm:pt modelId="{977F0AA8-DEC6-4DAD-9C5A-47E30E29AF6D}">
      <dgm:prSet/>
      <dgm:spPr/>
      <dgm:t>
        <a:bodyPr/>
        <a:lstStyle/>
        <a:p>
          <a:r>
            <a:rPr lang="en-US" dirty="0"/>
            <a:t>- workingtext.txt (successful connection)</a:t>
          </a:r>
        </a:p>
      </dgm:t>
    </dgm:pt>
    <dgm:pt modelId="{217EDBD5-FCDF-4F40-A633-48480B507F2C}" type="parTrans" cxnId="{82840177-EF56-4632-A82E-312D883F5660}">
      <dgm:prSet/>
      <dgm:spPr/>
      <dgm:t>
        <a:bodyPr/>
        <a:lstStyle/>
        <a:p>
          <a:endParaRPr lang="en-US"/>
        </a:p>
      </dgm:t>
    </dgm:pt>
    <dgm:pt modelId="{232162C8-0934-4464-B7C2-A3056D0F3CCA}" type="sibTrans" cxnId="{82840177-EF56-4632-A82E-312D883F5660}">
      <dgm:prSet/>
      <dgm:spPr/>
      <dgm:t>
        <a:bodyPr/>
        <a:lstStyle/>
        <a:p>
          <a:endParaRPr lang="en-US"/>
        </a:p>
      </dgm:t>
    </dgm:pt>
    <dgm:pt modelId="{3D54A4E6-3952-4691-8FE1-96F6D3912407}">
      <dgm:prSet/>
      <dgm:spPr/>
      <dgm:t>
        <a:bodyPr/>
        <a:lstStyle/>
        <a:p>
          <a:r>
            <a:rPr lang="en-US" dirty="0"/>
            <a:t>- brokentext.txt (failed attempts)</a:t>
          </a:r>
        </a:p>
      </dgm:t>
    </dgm:pt>
    <dgm:pt modelId="{C6056E19-3A27-4682-B064-C6E61BF7C8D9}" type="parTrans" cxnId="{3791DF8E-AA84-42AF-823E-48FBDD4181DE}">
      <dgm:prSet/>
      <dgm:spPr/>
      <dgm:t>
        <a:bodyPr/>
        <a:lstStyle/>
        <a:p>
          <a:endParaRPr lang="en-US"/>
        </a:p>
      </dgm:t>
    </dgm:pt>
    <dgm:pt modelId="{5EFF46C3-4E88-4DAC-94C1-95C8F8745A8A}" type="sibTrans" cxnId="{3791DF8E-AA84-42AF-823E-48FBDD4181DE}">
      <dgm:prSet/>
      <dgm:spPr/>
      <dgm:t>
        <a:bodyPr/>
        <a:lstStyle/>
        <a:p>
          <a:endParaRPr lang="en-US"/>
        </a:p>
      </dgm:t>
    </dgm:pt>
    <dgm:pt modelId="{58FC26FF-D161-4D7C-A951-1F8B39DECFE4}">
      <dgm:prSet/>
      <dgm:spPr/>
      <dgm:t>
        <a:bodyPr/>
        <a:lstStyle/>
        <a:p>
          <a:r>
            <a:rPr lang="en-US"/>
            <a:t>• Used tshark/Wireshark</a:t>
          </a:r>
        </a:p>
      </dgm:t>
    </dgm:pt>
    <dgm:pt modelId="{DB80E0D8-FCFC-477C-B54A-8D5B2CDC2530}" type="parTrans" cxnId="{D69C2622-4059-4FA0-BC20-4F43BF9FF547}">
      <dgm:prSet/>
      <dgm:spPr/>
      <dgm:t>
        <a:bodyPr/>
        <a:lstStyle/>
        <a:p>
          <a:endParaRPr lang="en-US"/>
        </a:p>
      </dgm:t>
    </dgm:pt>
    <dgm:pt modelId="{76117799-872F-4852-BBC8-14D963B63E12}" type="sibTrans" cxnId="{D69C2622-4059-4FA0-BC20-4F43BF9FF547}">
      <dgm:prSet/>
      <dgm:spPr/>
      <dgm:t>
        <a:bodyPr/>
        <a:lstStyle/>
        <a:p>
          <a:endParaRPr lang="en-US"/>
        </a:p>
      </dgm:t>
    </dgm:pt>
    <dgm:pt modelId="{0174FAA8-07B5-4BED-A5B9-DD0CABEDCB17}">
      <dgm:prSet/>
      <dgm:spPr/>
      <dgm:t>
        <a:bodyPr/>
        <a:lstStyle/>
        <a:p>
          <a:r>
            <a:rPr lang="en-US"/>
            <a:t>• No monitor mode available</a:t>
          </a:r>
        </a:p>
      </dgm:t>
    </dgm:pt>
    <dgm:pt modelId="{E33A42F4-3E76-4F43-8E75-71C45675CBD1}" type="parTrans" cxnId="{D672BE0F-021A-436D-88F0-366D02DE8775}">
      <dgm:prSet/>
      <dgm:spPr/>
      <dgm:t>
        <a:bodyPr/>
        <a:lstStyle/>
        <a:p>
          <a:endParaRPr lang="en-US"/>
        </a:p>
      </dgm:t>
    </dgm:pt>
    <dgm:pt modelId="{C81845E4-ABC0-4B4D-A6EA-77E013D70CD4}" type="sibTrans" cxnId="{D672BE0F-021A-436D-88F0-366D02DE8775}">
      <dgm:prSet/>
      <dgm:spPr/>
      <dgm:t>
        <a:bodyPr/>
        <a:lstStyle/>
        <a:p>
          <a:endParaRPr lang="en-US"/>
        </a:p>
      </dgm:t>
    </dgm:pt>
    <dgm:pt modelId="{90F0F126-20A0-4909-8B82-C0BB59E5E1A0}" type="pres">
      <dgm:prSet presAssocID="{EF908204-ADB1-476A-8B59-4EC5435F7BE8}" presName="vert0" presStyleCnt="0">
        <dgm:presLayoutVars>
          <dgm:dir/>
          <dgm:animOne val="branch"/>
          <dgm:animLvl val="lvl"/>
        </dgm:presLayoutVars>
      </dgm:prSet>
      <dgm:spPr/>
    </dgm:pt>
    <dgm:pt modelId="{C0417E60-4766-4D95-B81B-78AB9593AEC1}" type="pres">
      <dgm:prSet presAssocID="{C1F4A81D-E38E-4328-BA05-043BA4B5B7B1}" presName="thickLine" presStyleLbl="alignNode1" presStyleIdx="0" presStyleCnt="5"/>
      <dgm:spPr/>
    </dgm:pt>
    <dgm:pt modelId="{55B3C2EA-D969-4635-BE3E-D45D317EEBB8}" type="pres">
      <dgm:prSet presAssocID="{C1F4A81D-E38E-4328-BA05-043BA4B5B7B1}" presName="horz1" presStyleCnt="0"/>
      <dgm:spPr/>
    </dgm:pt>
    <dgm:pt modelId="{A3E03A31-F21D-4C78-9AC6-13B51A4A534D}" type="pres">
      <dgm:prSet presAssocID="{C1F4A81D-E38E-4328-BA05-043BA4B5B7B1}" presName="tx1" presStyleLbl="revTx" presStyleIdx="0" presStyleCnt="5"/>
      <dgm:spPr/>
    </dgm:pt>
    <dgm:pt modelId="{90DE48DE-47C8-4A0A-A331-5EB6004C625F}" type="pres">
      <dgm:prSet presAssocID="{C1F4A81D-E38E-4328-BA05-043BA4B5B7B1}" presName="vert1" presStyleCnt="0"/>
      <dgm:spPr/>
    </dgm:pt>
    <dgm:pt modelId="{CD6D3E37-0009-49FE-AFEC-35A525861BC9}" type="pres">
      <dgm:prSet presAssocID="{977F0AA8-DEC6-4DAD-9C5A-47E30E29AF6D}" presName="thickLine" presStyleLbl="alignNode1" presStyleIdx="1" presStyleCnt="5"/>
      <dgm:spPr/>
    </dgm:pt>
    <dgm:pt modelId="{5670E4EB-23A9-4EAA-8F19-CF285E8732B2}" type="pres">
      <dgm:prSet presAssocID="{977F0AA8-DEC6-4DAD-9C5A-47E30E29AF6D}" presName="horz1" presStyleCnt="0"/>
      <dgm:spPr/>
    </dgm:pt>
    <dgm:pt modelId="{FA68253E-6F1D-4DDF-B5D9-19A51B3619F9}" type="pres">
      <dgm:prSet presAssocID="{977F0AA8-DEC6-4DAD-9C5A-47E30E29AF6D}" presName="tx1" presStyleLbl="revTx" presStyleIdx="1" presStyleCnt="5"/>
      <dgm:spPr/>
    </dgm:pt>
    <dgm:pt modelId="{3D45BE62-C491-40D3-A6AE-43A3075CD601}" type="pres">
      <dgm:prSet presAssocID="{977F0AA8-DEC6-4DAD-9C5A-47E30E29AF6D}" presName="vert1" presStyleCnt="0"/>
      <dgm:spPr/>
    </dgm:pt>
    <dgm:pt modelId="{016B6AA2-98F6-4919-8972-CC75C72D4DBC}" type="pres">
      <dgm:prSet presAssocID="{3D54A4E6-3952-4691-8FE1-96F6D3912407}" presName="thickLine" presStyleLbl="alignNode1" presStyleIdx="2" presStyleCnt="5"/>
      <dgm:spPr/>
    </dgm:pt>
    <dgm:pt modelId="{5555BF2A-829F-4E95-8BAB-21E4BCDD0B09}" type="pres">
      <dgm:prSet presAssocID="{3D54A4E6-3952-4691-8FE1-96F6D3912407}" presName="horz1" presStyleCnt="0"/>
      <dgm:spPr/>
    </dgm:pt>
    <dgm:pt modelId="{1763891A-CBBF-4D40-93F3-5F58C7CE325A}" type="pres">
      <dgm:prSet presAssocID="{3D54A4E6-3952-4691-8FE1-96F6D3912407}" presName="tx1" presStyleLbl="revTx" presStyleIdx="2" presStyleCnt="5"/>
      <dgm:spPr/>
    </dgm:pt>
    <dgm:pt modelId="{7B9FC4C4-053B-4AF6-87ED-591E2D0F0319}" type="pres">
      <dgm:prSet presAssocID="{3D54A4E6-3952-4691-8FE1-96F6D3912407}" presName="vert1" presStyleCnt="0"/>
      <dgm:spPr/>
    </dgm:pt>
    <dgm:pt modelId="{BBC73C49-2632-404F-ABDD-B16E75B73C48}" type="pres">
      <dgm:prSet presAssocID="{58FC26FF-D161-4D7C-A951-1F8B39DECFE4}" presName="thickLine" presStyleLbl="alignNode1" presStyleIdx="3" presStyleCnt="5"/>
      <dgm:spPr/>
    </dgm:pt>
    <dgm:pt modelId="{301AD1BD-1072-4B6F-A409-6ADCA98A4CEE}" type="pres">
      <dgm:prSet presAssocID="{58FC26FF-D161-4D7C-A951-1F8B39DECFE4}" presName="horz1" presStyleCnt="0"/>
      <dgm:spPr/>
    </dgm:pt>
    <dgm:pt modelId="{EB427EAC-F5F7-456B-8314-0633E138D507}" type="pres">
      <dgm:prSet presAssocID="{58FC26FF-D161-4D7C-A951-1F8B39DECFE4}" presName="tx1" presStyleLbl="revTx" presStyleIdx="3" presStyleCnt="5"/>
      <dgm:spPr/>
    </dgm:pt>
    <dgm:pt modelId="{ADDE0CC3-66D8-4B83-A36B-8BFA5DC27EE9}" type="pres">
      <dgm:prSet presAssocID="{58FC26FF-D161-4D7C-A951-1F8B39DECFE4}" presName="vert1" presStyleCnt="0"/>
      <dgm:spPr/>
    </dgm:pt>
    <dgm:pt modelId="{1918BC6F-91CA-4A0B-B192-CBF7FEAA4513}" type="pres">
      <dgm:prSet presAssocID="{0174FAA8-07B5-4BED-A5B9-DD0CABEDCB17}" presName="thickLine" presStyleLbl="alignNode1" presStyleIdx="4" presStyleCnt="5"/>
      <dgm:spPr/>
    </dgm:pt>
    <dgm:pt modelId="{3439DCAC-2A62-4A90-BDFD-A2A9F4BAEF2E}" type="pres">
      <dgm:prSet presAssocID="{0174FAA8-07B5-4BED-A5B9-DD0CABEDCB17}" presName="horz1" presStyleCnt="0"/>
      <dgm:spPr/>
    </dgm:pt>
    <dgm:pt modelId="{36D553AA-2E9F-4397-8ACE-CD067F77580B}" type="pres">
      <dgm:prSet presAssocID="{0174FAA8-07B5-4BED-A5B9-DD0CABEDCB17}" presName="tx1" presStyleLbl="revTx" presStyleIdx="4" presStyleCnt="5"/>
      <dgm:spPr/>
    </dgm:pt>
    <dgm:pt modelId="{F0458F87-15A1-4F95-A454-DFD26B1EA9A6}" type="pres">
      <dgm:prSet presAssocID="{0174FAA8-07B5-4BED-A5B9-DD0CABEDCB17}" presName="vert1" presStyleCnt="0"/>
      <dgm:spPr/>
    </dgm:pt>
  </dgm:ptLst>
  <dgm:cxnLst>
    <dgm:cxn modelId="{EE6AAA07-CA01-4CE1-9ECB-AFB5131D37B3}" type="presOf" srcId="{977F0AA8-DEC6-4DAD-9C5A-47E30E29AF6D}" destId="{FA68253E-6F1D-4DDF-B5D9-19A51B3619F9}" srcOrd="0" destOrd="0" presId="urn:microsoft.com/office/officeart/2008/layout/LinedList"/>
    <dgm:cxn modelId="{D672BE0F-021A-436D-88F0-366D02DE8775}" srcId="{EF908204-ADB1-476A-8B59-4EC5435F7BE8}" destId="{0174FAA8-07B5-4BED-A5B9-DD0CABEDCB17}" srcOrd="4" destOrd="0" parTransId="{E33A42F4-3E76-4F43-8E75-71C45675CBD1}" sibTransId="{C81845E4-ABC0-4B4D-A6EA-77E013D70CD4}"/>
    <dgm:cxn modelId="{D69C2622-4059-4FA0-BC20-4F43BF9FF547}" srcId="{EF908204-ADB1-476A-8B59-4EC5435F7BE8}" destId="{58FC26FF-D161-4D7C-A951-1F8B39DECFE4}" srcOrd="3" destOrd="0" parTransId="{DB80E0D8-FCFC-477C-B54A-8D5B2CDC2530}" sibTransId="{76117799-872F-4852-BBC8-14D963B63E12}"/>
    <dgm:cxn modelId="{79DE0027-EEE9-47B5-BE13-E9E73968E98C}" srcId="{EF908204-ADB1-476A-8B59-4EC5435F7BE8}" destId="{C1F4A81D-E38E-4328-BA05-043BA4B5B7B1}" srcOrd="0" destOrd="0" parTransId="{733BFECE-D090-4F67-ABA4-D34F5866F1A1}" sibTransId="{B29AF08A-394F-4756-B720-6865A6389B13}"/>
    <dgm:cxn modelId="{BC262932-1BCB-424E-A8BF-F8B5B1CAED6A}" type="presOf" srcId="{3D54A4E6-3952-4691-8FE1-96F6D3912407}" destId="{1763891A-CBBF-4D40-93F3-5F58C7CE325A}" srcOrd="0" destOrd="0" presId="urn:microsoft.com/office/officeart/2008/layout/LinedList"/>
    <dgm:cxn modelId="{82840177-EF56-4632-A82E-312D883F5660}" srcId="{EF908204-ADB1-476A-8B59-4EC5435F7BE8}" destId="{977F0AA8-DEC6-4DAD-9C5A-47E30E29AF6D}" srcOrd="1" destOrd="0" parTransId="{217EDBD5-FCDF-4F40-A633-48480B507F2C}" sibTransId="{232162C8-0934-4464-B7C2-A3056D0F3CCA}"/>
    <dgm:cxn modelId="{D3832B86-F9C0-4670-A21E-91AB1A1AFE9B}" type="presOf" srcId="{58FC26FF-D161-4D7C-A951-1F8B39DECFE4}" destId="{EB427EAC-F5F7-456B-8314-0633E138D507}" srcOrd="0" destOrd="0" presId="urn:microsoft.com/office/officeart/2008/layout/LinedList"/>
    <dgm:cxn modelId="{3791DF8E-AA84-42AF-823E-48FBDD4181DE}" srcId="{EF908204-ADB1-476A-8B59-4EC5435F7BE8}" destId="{3D54A4E6-3952-4691-8FE1-96F6D3912407}" srcOrd="2" destOrd="0" parTransId="{C6056E19-3A27-4682-B064-C6E61BF7C8D9}" sibTransId="{5EFF46C3-4E88-4DAC-94C1-95C8F8745A8A}"/>
    <dgm:cxn modelId="{593E6FAF-4CBB-420B-A933-579EF7A85A2D}" type="presOf" srcId="{C1F4A81D-E38E-4328-BA05-043BA4B5B7B1}" destId="{A3E03A31-F21D-4C78-9AC6-13B51A4A534D}" srcOrd="0" destOrd="0" presId="urn:microsoft.com/office/officeart/2008/layout/LinedList"/>
    <dgm:cxn modelId="{E32172B4-8D3C-46BA-9E32-EF01C3EA36AC}" type="presOf" srcId="{0174FAA8-07B5-4BED-A5B9-DD0CABEDCB17}" destId="{36D553AA-2E9F-4397-8ACE-CD067F77580B}" srcOrd="0" destOrd="0" presId="urn:microsoft.com/office/officeart/2008/layout/LinedList"/>
    <dgm:cxn modelId="{DCBB85B5-034A-4903-A62E-9873093C2667}" type="presOf" srcId="{EF908204-ADB1-476A-8B59-4EC5435F7BE8}" destId="{90F0F126-20A0-4909-8B82-C0BB59E5E1A0}" srcOrd="0" destOrd="0" presId="urn:microsoft.com/office/officeart/2008/layout/LinedList"/>
    <dgm:cxn modelId="{FB03D268-E01E-47B8-92E0-946AC809907F}" type="presParOf" srcId="{90F0F126-20A0-4909-8B82-C0BB59E5E1A0}" destId="{C0417E60-4766-4D95-B81B-78AB9593AEC1}" srcOrd="0" destOrd="0" presId="urn:microsoft.com/office/officeart/2008/layout/LinedList"/>
    <dgm:cxn modelId="{CF687420-563B-49BC-A01D-66554951253F}" type="presParOf" srcId="{90F0F126-20A0-4909-8B82-C0BB59E5E1A0}" destId="{55B3C2EA-D969-4635-BE3E-D45D317EEBB8}" srcOrd="1" destOrd="0" presId="urn:microsoft.com/office/officeart/2008/layout/LinedList"/>
    <dgm:cxn modelId="{D65E00C8-CED7-4AE7-8258-BCD6335B8B2F}" type="presParOf" srcId="{55B3C2EA-D969-4635-BE3E-D45D317EEBB8}" destId="{A3E03A31-F21D-4C78-9AC6-13B51A4A534D}" srcOrd="0" destOrd="0" presId="urn:microsoft.com/office/officeart/2008/layout/LinedList"/>
    <dgm:cxn modelId="{CEE876E7-9D97-431A-A321-946F460B4DEC}" type="presParOf" srcId="{55B3C2EA-D969-4635-BE3E-D45D317EEBB8}" destId="{90DE48DE-47C8-4A0A-A331-5EB6004C625F}" srcOrd="1" destOrd="0" presId="urn:microsoft.com/office/officeart/2008/layout/LinedList"/>
    <dgm:cxn modelId="{D93828D8-16FC-46C5-8B7C-2ACBF78FE79A}" type="presParOf" srcId="{90F0F126-20A0-4909-8B82-C0BB59E5E1A0}" destId="{CD6D3E37-0009-49FE-AFEC-35A525861BC9}" srcOrd="2" destOrd="0" presId="urn:microsoft.com/office/officeart/2008/layout/LinedList"/>
    <dgm:cxn modelId="{C36B580A-96DE-467B-A568-F67E2B920D63}" type="presParOf" srcId="{90F0F126-20A0-4909-8B82-C0BB59E5E1A0}" destId="{5670E4EB-23A9-4EAA-8F19-CF285E8732B2}" srcOrd="3" destOrd="0" presId="urn:microsoft.com/office/officeart/2008/layout/LinedList"/>
    <dgm:cxn modelId="{8FF9D9CB-0D0D-47EC-BC9C-289B714E279F}" type="presParOf" srcId="{5670E4EB-23A9-4EAA-8F19-CF285E8732B2}" destId="{FA68253E-6F1D-4DDF-B5D9-19A51B3619F9}" srcOrd="0" destOrd="0" presId="urn:microsoft.com/office/officeart/2008/layout/LinedList"/>
    <dgm:cxn modelId="{F470AD0F-C086-4A8C-8087-4617E737B957}" type="presParOf" srcId="{5670E4EB-23A9-4EAA-8F19-CF285E8732B2}" destId="{3D45BE62-C491-40D3-A6AE-43A3075CD601}" srcOrd="1" destOrd="0" presId="urn:microsoft.com/office/officeart/2008/layout/LinedList"/>
    <dgm:cxn modelId="{C47E2EDA-6160-4EE0-991A-8D8E27BE1A93}" type="presParOf" srcId="{90F0F126-20A0-4909-8B82-C0BB59E5E1A0}" destId="{016B6AA2-98F6-4919-8972-CC75C72D4DBC}" srcOrd="4" destOrd="0" presId="urn:microsoft.com/office/officeart/2008/layout/LinedList"/>
    <dgm:cxn modelId="{AE58F3AB-9ED9-4D39-B6DA-00F1C5AD94EA}" type="presParOf" srcId="{90F0F126-20A0-4909-8B82-C0BB59E5E1A0}" destId="{5555BF2A-829F-4E95-8BAB-21E4BCDD0B09}" srcOrd="5" destOrd="0" presId="urn:microsoft.com/office/officeart/2008/layout/LinedList"/>
    <dgm:cxn modelId="{F23B0E9F-A7ED-4FF0-ADF0-7351E4D5453E}" type="presParOf" srcId="{5555BF2A-829F-4E95-8BAB-21E4BCDD0B09}" destId="{1763891A-CBBF-4D40-93F3-5F58C7CE325A}" srcOrd="0" destOrd="0" presId="urn:microsoft.com/office/officeart/2008/layout/LinedList"/>
    <dgm:cxn modelId="{72C3C0AE-B422-48FC-BBF5-FA9B8CE7A221}" type="presParOf" srcId="{5555BF2A-829F-4E95-8BAB-21E4BCDD0B09}" destId="{7B9FC4C4-053B-4AF6-87ED-591E2D0F0319}" srcOrd="1" destOrd="0" presId="urn:microsoft.com/office/officeart/2008/layout/LinedList"/>
    <dgm:cxn modelId="{65060ADB-1D6E-4BD1-9EAE-0DD0E669286C}" type="presParOf" srcId="{90F0F126-20A0-4909-8B82-C0BB59E5E1A0}" destId="{BBC73C49-2632-404F-ABDD-B16E75B73C48}" srcOrd="6" destOrd="0" presId="urn:microsoft.com/office/officeart/2008/layout/LinedList"/>
    <dgm:cxn modelId="{2EDF83AD-2E87-44A7-9724-46CA21D374E8}" type="presParOf" srcId="{90F0F126-20A0-4909-8B82-C0BB59E5E1A0}" destId="{301AD1BD-1072-4B6F-A409-6ADCA98A4CEE}" srcOrd="7" destOrd="0" presId="urn:microsoft.com/office/officeart/2008/layout/LinedList"/>
    <dgm:cxn modelId="{D10E94C8-DF18-4D3D-A7E8-99E6D2F310B7}" type="presParOf" srcId="{301AD1BD-1072-4B6F-A409-6ADCA98A4CEE}" destId="{EB427EAC-F5F7-456B-8314-0633E138D507}" srcOrd="0" destOrd="0" presId="urn:microsoft.com/office/officeart/2008/layout/LinedList"/>
    <dgm:cxn modelId="{C55AF603-8A27-440E-8116-51760C3033AD}" type="presParOf" srcId="{301AD1BD-1072-4B6F-A409-6ADCA98A4CEE}" destId="{ADDE0CC3-66D8-4B83-A36B-8BFA5DC27EE9}" srcOrd="1" destOrd="0" presId="urn:microsoft.com/office/officeart/2008/layout/LinedList"/>
    <dgm:cxn modelId="{B86E7663-5269-4A86-9C9A-C3324CE72259}" type="presParOf" srcId="{90F0F126-20A0-4909-8B82-C0BB59E5E1A0}" destId="{1918BC6F-91CA-4A0B-B192-CBF7FEAA4513}" srcOrd="8" destOrd="0" presId="urn:microsoft.com/office/officeart/2008/layout/LinedList"/>
    <dgm:cxn modelId="{76A76873-9CA4-40D4-BC0C-EAA858F04A41}" type="presParOf" srcId="{90F0F126-20A0-4909-8B82-C0BB59E5E1A0}" destId="{3439DCAC-2A62-4A90-BDFD-A2A9F4BAEF2E}" srcOrd="9" destOrd="0" presId="urn:microsoft.com/office/officeart/2008/layout/LinedList"/>
    <dgm:cxn modelId="{23D7DA3F-5F6B-4C46-8F06-C22F579F6C25}" type="presParOf" srcId="{3439DCAC-2A62-4A90-BDFD-A2A9F4BAEF2E}" destId="{36D553AA-2E9F-4397-8ACE-CD067F77580B}" srcOrd="0" destOrd="0" presId="urn:microsoft.com/office/officeart/2008/layout/LinedList"/>
    <dgm:cxn modelId="{2B64953D-4B3F-4B77-92CB-7F8D89AF6C01}" type="presParOf" srcId="{3439DCAC-2A62-4A90-BDFD-A2A9F4BAEF2E}" destId="{F0458F87-15A1-4F95-A454-DFD26B1EA9A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1885712-2566-4161-B9E1-04018710B6F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C66342F-E599-4C98-A3B9-7D23C8E7DCD5}">
      <dgm:prSet/>
      <dgm:spPr/>
      <dgm:t>
        <a:bodyPr/>
        <a:lstStyle/>
        <a:p>
          <a:pPr>
            <a:defRPr cap="all"/>
          </a:pPr>
          <a:r>
            <a:rPr lang="en-US"/>
            <a:t>• Wireshark.org documentation</a:t>
          </a:r>
        </a:p>
      </dgm:t>
    </dgm:pt>
    <dgm:pt modelId="{DABD5413-81E2-43BF-B25A-705002DB3B6D}" type="parTrans" cxnId="{71E0EB6D-B890-4370-9EF7-9E48B1D29F42}">
      <dgm:prSet/>
      <dgm:spPr/>
      <dgm:t>
        <a:bodyPr/>
        <a:lstStyle/>
        <a:p>
          <a:endParaRPr lang="en-US"/>
        </a:p>
      </dgm:t>
    </dgm:pt>
    <dgm:pt modelId="{F8589EF8-6A52-4077-A5B7-54983900EDBC}" type="sibTrans" cxnId="{71E0EB6D-B890-4370-9EF7-9E48B1D29F42}">
      <dgm:prSet/>
      <dgm:spPr/>
      <dgm:t>
        <a:bodyPr/>
        <a:lstStyle/>
        <a:p>
          <a:endParaRPr lang="en-US"/>
        </a:p>
      </dgm:t>
    </dgm:pt>
    <dgm:pt modelId="{9026D262-C397-4054-8A70-7FFF920E1636}">
      <dgm:prSet/>
      <dgm:spPr/>
      <dgm:t>
        <a:bodyPr/>
        <a:lstStyle/>
        <a:p>
          <a:pPr>
            <a:defRPr cap="all"/>
          </a:pPr>
          <a:r>
            <a:rPr lang="en-US"/>
            <a:t>• AirPlay protocol analysis (nto.github.io)</a:t>
          </a:r>
        </a:p>
      </dgm:t>
    </dgm:pt>
    <dgm:pt modelId="{7B341650-722F-405B-84A9-F29BF6AB68C3}" type="parTrans" cxnId="{138C067C-0985-43A6-863E-F1933AC5C84F}">
      <dgm:prSet/>
      <dgm:spPr/>
      <dgm:t>
        <a:bodyPr/>
        <a:lstStyle/>
        <a:p>
          <a:endParaRPr lang="en-US"/>
        </a:p>
      </dgm:t>
    </dgm:pt>
    <dgm:pt modelId="{1EC597C7-6847-452A-86DF-3EB82B8EEA61}" type="sibTrans" cxnId="{138C067C-0985-43A6-863E-F1933AC5C84F}">
      <dgm:prSet/>
      <dgm:spPr/>
      <dgm:t>
        <a:bodyPr/>
        <a:lstStyle/>
        <a:p>
          <a:endParaRPr lang="en-US"/>
        </a:p>
      </dgm:t>
    </dgm:pt>
    <dgm:pt modelId="{9466861F-29A7-4002-A1E1-EA48103F2669}">
      <dgm:prSet/>
      <dgm:spPr/>
      <dgm:t>
        <a:bodyPr/>
        <a:lstStyle/>
        <a:p>
          <a:pPr>
            <a:defRPr cap="all"/>
          </a:pPr>
          <a:r>
            <a:rPr lang="en-US"/>
            <a:t>• Monitor mode guide (wiki.wireshark.org)</a:t>
          </a:r>
        </a:p>
      </dgm:t>
    </dgm:pt>
    <dgm:pt modelId="{1AC44E86-E8E9-454E-BE7A-71BED4512BE8}" type="parTrans" cxnId="{09B207EF-7F45-4543-9754-6EA733E685E0}">
      <dgm:prSet/>
      <dgm:spPr/>
      <dgm:t>
        <a:bodyPr/>
        <a:lstStyle/>
        <a:p>
          <a:endParaRPr lang="en-US"/>
        </a:p>
      </dgm:t>
    </dgm:pt>
    <dgm:pt modelId="{7D36E918-2FF0-4C89-B7E1-5CC8BD961D69}" type="sibTrans" cxnId="{09B207EF-7F45-4543-9754-6EA733E685E0}">
      <dgm:prSet/>
      <dgm:spPr/>
      <dgm:t>
        <a:bodyPr/>
        <a:lstStyle/>
        <a:p>
          <a:endParaRPr lang="en-US"/>
        </a:p>
      </dgm:t>
    </dgm:pt>
    <dgm:pt modelId="{21B72069-C513-4F58-8776-B3EED0A688E7}">
      <dgm:prSet/>
      <dgm:spPr/>
      <dgm:t>
        <a:bodyPr/>
        <a:lstStyle/>
        <a:p>
          <a:pPr>
            <a:defRPr cap="all"/>
          </a:pPr>
          <a:r>
            <a:rPr lang="en-US" dirty="0"/>
            <a:t>• Tools: Wireshark, </a:t>
          </a:r>
          <a:r>
            <a:rPr lang="en-US" dirty="0" err="1"/>
            <a:t>Tshark</a:t>
          </a:r>
          <a:endParaRPr lang="en-US" dirty="0"/>
        </a:p>
      </dgm:t>
    </dgm:pt>
    <dgm:pt modelId="{4D1F0658-0A56-479D-8FAB-3688D079CB25}" type="parTrans" cxnId="{CAA192B7-8F2D-49D8-BD91-884A3B6BF2CA}">
      <dgm:prSet/>
      <dgm:spPr/>
      <dgm:t>
        <a:bodyPr/>
        <a:lstStyle/>
        <a:p>
          <a:endParaRPr lang="en-US"/>
        </a:p>
      </dgm:t>
    </dgm:pt>
    <dgm:pt modelId="{FE25AB14-7BEF-4876-8BCA-051D735F94D0}" type="sibTrans" cxnId="{CAA192B7-8F2D-49D8-BD91-884A3B6BF2CA}">
      <dgm:prSet/>
      <dgm:spPr/>
      <dgm:t>
        <a:bodyPr/>
        <a:lstStyle/>
        <a:p>
          <a:endParaRPr lang="en-US"/>
        </a:p>
      </dgm:t>
    </dgm:pt>
    <dgm:pt modelId="{31D80E72-F648-4D1F-8E10-C2E18F5F0C3F}" type="pres">
      <dgm:prSet presAssocID="{21885712-2566-4161-B9E1-04018710B6FD}" presName="root" presStyleCnt="0">
        <dgm:presLayoutVars>
          <dgm:dir/>
          <dgm:resizeHandles val="exact"/>
        </dgm:presLayoutVars>
      </dgm:prSet>
      <dgm:spPr/>
    </dgm:pt>
    <dgm:pt modelId="{C9F5A130-2E8C-448F-A30C-D650A5E02039}" type="pres">
      <dgm:prSet presAssocID="{5C66342F-E599-4C98-A3B9-7D23C8E7DCD5}" presName="compNode" presStyleCnt="0"/>
      <dgm:spPr/>
    </dgm:pt>
    <dgm:pt modelId="{BCDD3D70-2394-426D-9B31-1CC709E7F738}" type="pres">
      <dgm:prSet presAssocID="{5C66342F-E599-4C98-A3B9-7D23C8E7DCD5}" presName="iconBgRect" presStyleLbl="bgShp" presStyleIdx="0" presStyleCnt="4"/>
      <dgm:spPr/>
    </dgm:pt>
    <dgm:pt modelId="{24C6B74F-2CF9-4710-B0A0-3BF71E983E30}" type="pres">
      <dgm:prSet presAssocID="{5C66342F-E599-4C98-A3B9-7D23C8E7DCD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6160B562-D14B-4082-B040-5A77540FF784}" type="pres">
      <dgm:prSet presAssocID="{5C66342F-E599-4C98-A3B9-7D23C8E7DCD5}" presName="spaceRect" presStyleCnt="0"/>
      <dgm:spPr/>
    </dgm:pt>
    <dgm:pt modelId="{6CF947F7-D4AB-463F-A134-377C4BFEBBD7}" type="pres">
      <dgm:prSet presAssocID="{5C66342F-E599-4C98-A3B9-7D23C8E7DCD5}" presName="textRect" presStyleLbl="revTx" presStyleIdx="0" presStyleCnt="4">
        <dgm:presLayoutVars>
          <dgm:chMax val="1"/>
          <dgm:chPref val="1"/>
        </dgm:presLayoutVars>
      </dgm:prSet>
      <dgm:spPr/>
    </dgm:pt>
    <dgm:pt modelId="{8B5F2238-6585-4BFD-AF47-43319DBA1B97}" type="pres">
      <dgm:prSet presAssocID="{F8589EF8-6A52-4077-A5B7-54983900EDBC}" presName="sibTrans" presStyleCnt="0"/>
      <dgm:spPr/>
    </dgm:pt>
    <dgm:pt modelId="{8248473F-807D-43AF-B759-C18C0D7C3992}" type="pres">
      <dgm:prSet presAssocID="{9026D262-C397-4054-8A70-7FFF920E1636}" presName="compNode" presStyleCnt="0"/>
      <dgm:spPr/>
    </dgm:pt>
    <dgm:pt modelId="{B793E4FD-CDA5-444D-AC90-2044F9A4A410}" type="pres">
      <dgm:prSet presAssocID="{9026D262-C397-4054-8A70-7FFF920E1636}" presName="iconBgRect" presStyleLbl="bgShp" presStyleIdx="1" presStyleCnt="4"/>
      <dgm:spPr/>
    </dgm:pt>
    <dgm:pt modelId="{C185B9CC-3367-4828-9C6A-6F8852CB095D}" type="pres">
      <dgm:prSet presAssocID="{9026D262-C397-4054-8A70-7FFF920E163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1DE83E78-F88A-499F-BB1E-96EAC1749C26}" type="pres">
      <dgm:prSet presAssocID="{9026D262-C397-4054-8A70-7FFF920E1636}" presName="spaceRect" presStyleCnt="0"/>
      <dgm:spPr/>
    </dgm:pt>
    <dgm:pt modelId="{EF410F4B-C207-426C-8DDC-30FD7A0E58B6}" type="pres">
      <dgm:prSet presAssocID="{9026D262-C397-4054-8A70-7FFF920E1636}" presName="textRect" presStyleLbl="revTx" presStyleIdx="1" presStyleCnt="4">
        <dgm:presLayoutVars>
          <dgm:chMax val="1"/>
          <dgm:chPref val="1"/>
        </dgm:presLayoutVars>
      </dgm:prSet>
      <dgm:spPr/>
    </dgm:pt>
    <dgm:pt modelId="{EF9EBE4F-4227-424E-B486-AF784256AE7F}" type="pres">
      <dgm:prSet presAssocID="{1EC597C7-6847-452A-86DF-3EB82B8EEA61}" presName="sibTrans" presStyleCnt="0"/>
      <dgm:spPr/>
    </dgm:pt>
    <dgm:pt modelId="{8B37D99C-ED46-400A-9D2F-1CDFE1D66BA9}" type="pres">
      <dgm:prSet presAssocID="{9466861F-29A7-4002-A1E1-EA48103F2669}" presName="compNode" presStyleCnt="0"/>
      <dgm:spPr/>
    </dgm:pt>
    <dgm:pt modelId="{75501CDB-FA50-4DDF-9636-34A76E09DF60}" type="pres">
      <dgm:prSet presAssocID="{9466861F-29A7-4002-A1E1-EA48103F2669}" presName="iconBgRect" presStyleLbl="bgShp" presStyleIdx="2" presStyleCnt="4"/>
      <dgm:spPr/>
    </dgm:pt>
    <dgm:pt modelId="{3324DD44-E2CD-4714-B093-8C34720FDF1E}" type="pres">
      <dgm:prSet presAssocID="{9466861F-29A7-4002-A1E1-EA48103F266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7BA25DA8-8AAF-48AC-9E4E-BFB2FA775276}" type="pres">
      <dgm:prSet presAssocID="{9466861F-29A7-4002-A1E1-EA48103F2669}" presName="spaceRect" presStyleCnt="0"/>
      <dgm:spPr/>
    </dgm:pt>
    <dgm:pt modelId="{6401E29E-44AB-4DA0-9411-3234CD2BB553}" type="pres">
      <dgm:prSet presAssocID="{9466861F-29A7-4002-A1E1-EA48103F2669}" presName="textRect" presStyleLbl="revTx" presStyleIdx="2" presStyleCnt="4">
        <dgm:presLayoutVars>
          <dgm:chMax val="1"/>
          <dgm:chPref val="1"/>
        </dgm:presLayoutVars>
      </dgm:prSet>
      <dgm:spPr/>
    </dgm:pt>
    <dgm:pt modelId="{8DD99BC7-2DDD-45E0-AFD7-EA0F42F9C3D8}" type="pres">
      <dgm:prSet presAssocID="{7D36E918-2FF0-4C89-B7E1-5CC8BD961D69}" presName="sibTrans" presStyleCnt="0"/>
      <dgm:spPr/>
    </dgm:pt>
    <dgm:pt modelId="{5BFFCFCC-B3B7-4D44-87DC-B76FF61CAEA4}" type="pres">
      <dgm:prSet presAssocID="{21B72069-C513-4F58-8776-B3EED0A688E7}" presName="compNode" presStyleCnt="0"/>
      <dgm:spPr/>
    </dgm:pt>
    <dgm:pt modelId="{506F6202-5B30-4815-AA82-7769655FA3DE}" type="pres">
      <dgm:prSet presAssocID="{21B72069-C513-4F58-8776-B3EED0A688E7}" presName="iconBgRect" presStyleLbl="bgShp" presStyleIdx="3" presStyleCnt="4"/>
      <dgm:spPr/>
    </dgm:pt>
    <dgm:pt modelId="{1298BEBD-8D4C-49D1-90E5-D23B637B8962}" type="pres">
      <dgm:prSet presAssocID="{21B72069-C513-4F58-8776-B3EED0A688E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B"/>
        </a:ext>
      </dgm:extLst>
    </dgm:pt>
    <dgm:pt modelId="{B6A41559-1427-4D4C-958E-9A727B4AC0EF}" type="pres">
      <dgm:prSet presAssocID="{21B72069-C513-4F58-8776-B3EED0A688E7}" presName="spaceRect" presStyleCnt="0"/>
      <dgm:spPr/>
    </dgm:pt>
    <dgm:pt modelId="{8AFC5B30-D163-44D8-BB76-4891ACA8A33E}" type="pres">
      <dgm:prSet presAssocID="{21B72069-C513-4F58-8776-B3EED0A688E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3479C5B-FF42-4428-9D23-57AB8184AA59}" type="presOf" srcId="{9026D262-C397-4054-8A70-7FFF920E1636}" destId="{EF410F4B-C207-426C-8DDC-30FD7A0E58B6}" srcOrd="0" destOrd="0" presId="urn:microsoft.com/office/officeart/2018/5/layout/IconCircleLabelList"/>
    <dgm:cxn modelId="{71E0EB6D-B890-4370-9EF7-9E48B1D29F42}" srcId="{21885712-2566-4161-B9E1-04018710B6FD}" destId="{5C66342F-E599-4C98-A3B9-7D23C8E7DCD5}" srcOrd="0" destOrd="0" parTransId="{DABD5413-81E2-43BF-B25A-705002DB3B6D}" sibTransId="{F8589EF8-6A52-4077-A5B7-54983900EDBC}"/>
    <dgm:cxn modelId="{8D84E476-90A9-4C3A-AC26-132C96DF75D2}" type="presOf" srcId="{21885712-2566-4161-B9E1-04018710B6FD}" destId="{31D80E72-F648-4D1F-8E10-C2E18F5F0C3F}" srcOrd="0" destOrd="0" presId="urn:microsoft.com/office/officeart/2018/5/layout/IconCircleLabelList"/>
    <dgm:cxn modelId="{138C067C-0985-43A6-863E-F1933AC5C84F}" srcId="{21885712-2566-4161-B9E1-04018710B6FD}" destId="{9026D262-C397-4054-8A70-7FFF920E1636}" srcOrd="1" destOrd="0" parTransId="{7B341650-722F-405B-84A9-F29BF6AB68C3}" sibTransId="{1EC597C7-6847-452A-86DF-3EB82B8EEA61}"/>
    <dgm:cxn modelId="{CAA192B7-8F2D-49D8-BD91-884A3B6BF2CA}" srcId="{21885712-2566-4161-B9E1-04018710B6FD}" destId="{21B72069-C513-4F58-8776-B3EED0A688E7}" srcOrd="3" destOrd="0" parTransId="{4D1F0658-0A56-479D-8FAB-3688D079CB25}" sibTransId="{FE25AB14-7BEF-4876-8BCA-051D735F94D0}"/>
    <dgm:cxn modelId="{67F1B4BB-F05F-4B24-9353-B3D3831C19AD}" type="presOf" srcId="{21B72069-C513-4F58-8776-B3EED0A688E7}" destId="{8AFC5B30-D163-44D8-BB76-4891ACA8A33E}" srcOrd="0" destOrd="0" presId="urn:microsoft.com/office/officeart/2018/5/layout/IconCircleLabelList"/>
    <dgm:cxn modelId="{9E8DB3DE-D258-42FA-A9F0-0D56EA666834}" type="presOf" srcId="{5C66342F-E599-4C98-A3B9-7D23C8E7DCD5}" destId="{6CF947F7-D4AB-463F-A134-377C4BFEBBD7}" srcOrd="0" destOrd="0" presId="urn:microsoft.com/office/officeart/2018/5/layout/IconCircleLabelList"/>
    <dgm:cxn modelId="{2A6C82ED-93CE-4F67-89B1-0D16130623D1}" type="presOf" srcId="{9466861F-29A7-4002-A1E1-EA48103F2669}" destId="{6401E29E-44AB-4DA0-9411-3234CD2BB553}" srcOrd="0" destOrd="0" presId="urn:microsoft.com/office/officeart/2018/5/layout/IconCircleLabelList"/>
    <dgm:cxn modelId="{09B207EF-7F45-4543-9754-6EA733E685E0}" srcId="{21885712-2566-4161-B9E1-04018710B6FD}" destId="{9466861F-29A7-4002-A1E1-EA48103F2669}" srcOrd="2" destOrd="0" parTransId="{1AC44E86-E8E9-454E-BE7A-71BED4512BE8}" sibTransId="{7D36E918-2FF0-4C89-B7E1-5CC8BD961D69}"/>
    <dgm:cxn modelId="{3F262026-CCB3-480B-9DA8-AFD574E7BA83}" type="presParOf" srcId="{31D80E72-F648-4D1F-8E10-C2E18F5F0C3F}" destId="{C9F5A130-2E8C-448F-A30C-D650A5E02039}" srcOrd="0" destOrd="0" presId="urn:microsoft.com/office/officeart/2018/5/layout/IconCircleLabelList"/>
    <dgm:cxn modelId="{A7E5E93C-7D5D-4A12-A518-AA169FEA0587}" type="presParOf" srcId="{C9F5A130-2E8C-448F-A30C-D650A5E02039}" destId="{BCDD3D70-2394-426D-9B31-1CC709E7F738}" srcOrd="0" destOrd="0" presId="urn:microsoft.com/office/officeart/2018/5/layout/IconCircleLabelList"/>
    <dgm:cxn modelId="{F95C2A5B-6A52-40FF-A215-B22339B79BF0}" type="presParOf" srcId="{C9F5A130-2E8C-448F-A30C-D650A5E02039}" destId="{24C6B74F-2CF9-4710-B0A0-3BF71E983E30}" srcOrd="1" destOrd="0" presId="urn:microsoft.com/office/officeart/2018/5/layout/IconCircleLabelList"/>
    <dgm:cxn modelId="{D709163F-779F-4345-B25E-F2A82798D894}" type="presParOf" srcId="{C9F5A130-2E8C-448F-A30C-D650A5E02039}" destId="{6160B562-D14B-4082-B040-5A77540FF784}" srcOrd="2" destOrd="0" presId="urn:microsoft.com/office/officeart/2018/5/layout/IconCircleLabelList"/>
    <dgm:cxn modelId="{F29C4904-5F69-4435-97B3-D2399F05CC76}" type="presParOf" srcId="{C9F5A130-2E8C-448F-A30C-D650A5E02039}" destId="{6CF947F7-D4AB-463F-A134-377C4BFEBBD7}" srcOrd="3" destOrd="0" presId="urn:microsoft.com/office/officeart/2018/5/layout/IconCircleLabelList"/>
    <dgm:cxn modelId="{3BB09FF8-2855-4310-A353-203EBBAD0B2B}" type="presParOf" srcId="{31D80E72-F648-4D1F-8E10-C2E18F5F0C3F}" destId="{8B5F2238-6585-4BFD-AF47-43319DBA1B97}" srcOrd="1" destOrd="0" presId="urn:microsoft.com/office/officeart/2018/5/layout/IconCircleLabelList"/>
    <dgm:cxn modelId="{979BA1B5-F497-4D4F-9375-25F5CD701C39}" type="presParOf" srcId="{31D80E72-F648-4D1F-8E10-C2E18F5F0C3F}" destId="{8248473F-807D-43AF-B759-C18C0D7C3992}" srcOrd="2" destOrd="0" presId="urn:microsoft.com/office/officeart/2018/5/layout/IconCircleLabelList"/>
    <dgm:cxn modelId="{035CFE01-CD72-4F15-A86C-C40D5D2FBE24}" type="presParOf" srcId="{8248473F-807D-43AF-B759-C18C0D7C3992}" destId="{B793E4FD-CDA5-444D-AC90-2044F9A4A410}" srcOrd="0" destOrd="0" presId="urn:microsoft.com/office/officeart/2018/5/layout/IconCircleLabelList"/>
    <dgm:cxn modelId="{D1F84604-FC04-4CB5-A9A7-995561ACDE35}" type="presParOf" srcId="{8248473F-807D-43AF-B759-C18C0D7C3992}" destId="{C185B9CC-3367-4828-9C6A-6F8852CB095D}" srcOrd="1" destOrd="0" presId="urn:microsoft.com/office/officeart/2018/5/layout/IconCircleLabelList"/>
    <dgm:cxn modelId="{B1EB0799-015A-4CF1-82DB-70271C725FAE}" type="presParOf" srcId="{8248473F-807D-43AF-B759-C18C0D7C3992}" destId="{1DE83E78-F88A-499F-BB1E-96EAC1749C26}" srcOrd="2" destOrd="0" presId="urn:microsoft.com/office/officeart/2018/5/layout/IconCircleLabelList"/>
    <dgm:cxn modelId="{FA267932-F78B-48E9-91DC-CECE311A7FC6}" type="presParOf" srcId="{8248473F-807D-43AF-B759-C18C0D7C3992}" destId="{EF410F4B-C207-426C-8DDC-30FD7A0E58B6}" srcOrd="3" destOrd="0" presId="urn:microsoft.com/office/officeart/2018/5/layout/IconCircleLabelList"/>
    <dgm:cxn modelId="{F3835779-D65B-4B63-803E-E2A0BC30AD32}" type="presParOf" srcId="{31D80E72-F648-4D1F-8E10-C2E18F5F0C3F}" destId="{EF9EBE4F-4227-424E-B486-AF784256AE7F}" srcOrd="3" destOrd="0" presId="urn:microsoft.com/office/officeart/2018/5/layout/IconCircleLabelList"/>
    <dgm:cxn modelId="{5C43267D-019A-48C7-993C-B93BFD039F31}" type="presParOf" srcId="{31D80E72-F648-4D1F-8E10-C2E18F5F0C3F}" destId="{8B37D99C-ED46-400A-9D2F-1CDFE1D66BA9}" srcOrd="4" destOrd="0" presId="urn:microsoft.com/office/officeart/2018/5/layout/IconCircleLabelList"/>
    <dgm:cxn modelId="{940EF37D-D26F-4694-B611-BC3B5618F556}" type="presParOf" srcId="{8B37D99C-ED46-400A-9D2F-1CDFE1D66BA9}" destId="{75501CDB-FA50-4DDF-9636-34A76E09DF60}" srcOrd="0" destOrd="0" presId="urn:microsoft.com/office/officeart/2018/5/layout/IconCircleLabelList"/>
    <dgm:cxn modelId="{CD11A15E-D76F-480B-8B46-68157DF7E375}" type="presParOf" srcId="{8B37D99C-ED46-400A-9D2F-1CDFE1D66BA9}" destId="{3324DD44-E2CD-4714-B093-8C34720FDF1E}" srcOrd="1" destOrd="0" presId="urn:microsoft.com/office/officeart/2018/5/layout/IconCircleLabelList"/>
    <dgm:cxn modelId="{2467659C-F40C-409F-9322-4D0E47120FB3}" type="presParOf" srcId="{8B37D99C-ED46-400A-9D2F-1CDFE1D66BA9}" destId="{7BA25DA8-8AAF-48AC-9E4E-BFB2FA775276}" srcOrd="2" destOrd="0" presId="urn:microsoft.com/office/officeart/2018/5/layout/IconCircleLabelList"/>
    <dgm:cxn modelId="{932C20EE-6AF6-4656-8107-FE43ABF98EF0}" type="presParOf" srcId="{8B37D99C-ED46-400A-9D2F-1CDFE1D66BA9}" destId="{6401E29E-44AB-4DA0-9411-3234CD2BB553}" srcOrd="3" destOrd="0" presId="urn:microsoft.com/office/officeart/2018/5/layout/IconCircleLabelList"/>
    <dgm:cxn modelId="{44C37932-D590-4574-B021-D02D6113EFDC}" type="presParOf" srcId="{31D80E72-F648-4D1F-8E10-C2E18F5F0C3F}" destId="{8DD99BC7-2DDD-45E0-AFD7-EA0F42F9C3D8}" srcOrd="5" destOrd="0" presId="urn:microsoft.com/office/officeart/2018/5/layout/IconCircleLabelList"/>
    <dgm:cxn modelId="{71DD9809-C359-4A6B-B2DF-D9CD1FE51E9D}" type="presParOf" srcId="{31D80E72-F648-4D1F-8E10-C2E18F5F0C3F}" destId="{5BFFCFCC-B3B7-4D44-87DC-B76FF61CAEA4}" srcOrd="6" destOrd="0" presId="urn:microsoft.com/office/officeart/2018/5/layout/IconCircleLabelList"/>
    <dgm:cxn modelId="{7DD9E486-1322-4CB2-A78E-8C61E1CCC087}" type="presParOf" srcId="{5BFFCFCC-B3B7-4D44-87DC-B76FF61CAEA4}" destId="{506F6202-5B30-4815-AA82-7769655FA3DE}" srcOrd="0" destOrd="0" presId="urn:microsoft.com/office/officeart/2018/5/layout/IconCircleLabelList"/>
    <dgm:cxn modelId="{7332873B-9F40-420F-862B-B8DB632E6232}" type="presParOf" srcId="{5BFFCFCC-B3B7-4D44-87DC-B76FF61CAEA4}" destId="{1298BEBD-8D4C-49D1-90E5-D23B637B8962}" srcOrd="1" destOrd="0" presId="urn:microsoft.com/office/officeart/2018/5/layout/IconCircleLabelList"/>
    <dgm:cxn modelId="{CC4F5255-267E-42BD-AD5E-5ADB026CAEC2}" type="presParOf" srcId="{5BFFCFCC-B3B7-4D44-87DC-B76FF61CAEA4}" destId="{B6A41559-1427-4D4C-958E-9A727B4AC0EF}" srcOrd="2" destOrd="0" presId="urn:microsoft.com/office/officeart/2018/5/layout/IconCircleLabelList"/>
    <dgm:cxn modelId="{0D820E27-DC4E-4802-9C22-1D746B4CCF22}" type="presParOf" srcId="{5BFFCFCC-B3B7-4D44-87DC-B76FF61CAEA4}" destId="{8AFC5B30-D163-44D8-BB76-4891ACA8A33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29723C-AA73-4DE6-9255-3EF2D31F098B}">
      <dsp:nvSpPr>
        <dsp:cNvPr id="0" name=""/>
        <dsp:cNvSpPr/>
      </dsp:nvSpPr>
      <dsp:spPr>
        <a:xfrm>
          <a:off x="0" y="3725"/>
          <a:ext cx="4642845" cy="7935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67DB32-3767-459C-8A79-70EB26A004A4}">
      <dsp:nvSpPr>
        <dsp:cNvPr id="0" name=""/>
        <dsp:cNvSpPr/>
      </dsp:nvSpPr>
      <dsp:spPr>
        <a:xfrm>
          <a:off x="240046" y="182272"/>
          <a:ext cx="436449" cy="4364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EBE177-CB49-47AF-8F34-0DE02AC0F51B}">
      <dsp:nvSpPr>
        <dsp:cNvPr id="0" name=""/>
        <dsp:cNvSpPr/>
      </dsp:nvSpPr>
      <dsp:spPr>
        <a:xfrm>
          <a:off x="916542" y="3725"/>
          <a:ext cx="3726302" cy="793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3" tIns="83983" rIns="83983" bIns="839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mDNS (Multicast DNS)</a:t>
          </a:r>
        </a:p>
      </dsp:txBody>
      <dsp:txXfrm>
        <a:off x="916542" y="3725"/>
        <a:ext cx="3726302" cy="793543"/>
      </dsp:txXfrm>
    </dsp:sp>
    <dsp:sp modelId="{B23B97C3-2F28-48D8-930F-0290DC903128}">
      <dsp:nvSpPr>
        <dsp:cNvPr id="0" name=""/>
        <dsp:cNvSpPr/>
      </dsp:nvSpPr>
      <dsp:spPr>
        <a:xfrm>
          <a:off x="0" y="995655"/>
          <a:ext cx="4642845" cy="7935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047B8A-F5B4-4C25-BD35-C70D4ADA525F}">
      <dsp:nvSpPr>
        <dsp:cNvPr id="0" name=""/>
        <dsp:cNvSpPr/>
      </dsp:nvSpPr>
      <dsp:spPr>
        <a:xfrm>
          <a:off x="240046" y="1174202"/>
          <a:ext cx="436449" cy="4364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20657D-120F-4CCA-833B-A5235FF869D9}">
      <dsp:nvSpPr>
        <dsp:cNvPr id="0" name=""/>
        <dsp:cNvSpPr/>
      </dsp:nvSpPr>
      <dsp:spPr>
        <a:xfrm>
          <a:off x="916542" y="995655"/>
          <a:ext cx="3726302" cy="793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3" tIns="83983" rIns="83983" bIns="839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SSDP (Simple Service Discovery Protocol)</a:t>
          </a:r>
        </a:p>
      </dsp:txBody>
      <dsp:txXfrm>
        <a:off x="916542" y="995655"/>
        <a:ext cx="3726302" cy="793543"/>
      </dsp:txXfrm>
    </dsp:sp>
    <dsp:sp modelId="{38F6C7C9-8FCA-43CE-94F7-0B8D29D34DC0}">
      <dsp:nvSpPr>
        <dsp:cNvPr id="0" name=""/>
        <dsp:cNvSpPr/>
      </dsp:nvSpPr>
      <dsp:spPr>
        <a:xfrm>
          <a:off x="0" y="1987584"/>
          <a:ext cx="4642845" cy="7935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68260F-5DE8-49E8-93C0-F4D3CFA70CA5}">
      <dsp:nvSpPr>
        <dsp:cNvPr id="0" name=""/>
        <dsp:cNvSpPr/>
      </dsp:nvSpPr>
      <dsp:spPr>
        <a:xfrm>
          <a:off x="240046" y="2166131"/>
          <a:ext cx="436449" cy="4364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FCBADC-4555-4B42-8219-0B0664D4B460}">
      <dsp:nvSpPr>
        <dsp:cNvPr id="0" name=""/>
        <dsp:cNvSpPr/>
      </dsp:nvSpPr>
      <dsp:spPr>
        <a:xfrm>
          <a:off x="916542" y="1987584"/>
          <a:ext cx="3726302" cy="793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3" tIns="83983" rIns="83983" bIns="839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TCP (Transmission Control Protocol)</a:t>
          </a:r>
        </a:p>
      </dsp:txBody>
      <dsp:txXfrm>
        <a:off x="916542" y="1987584"/>
        <a:ext cx="3726302" cy="793543"/>
      </dsp:txXfrm>
    </dsp:sp>
    <dsp:sp modelId="{E3B8BA67-3E36-44E1-8E67-E4323C0CA580}">
      <dsp:nvSpPr>
        <dsp:cNvPr id="0" name=""/>
        <dsp:cNvSpPr/>
      </dsp:nvSpPr>
      <dsp:spPr>
        <a:xfrm>
          <a:off x="0" y="2979514"/>
          <a:ext cx="4642845" cy="7935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22EED9-9CFF-446D-8956-24FCD35BB221}">
      <dsp:nvSpPr>
        <dsp:cNvPr id="0" name=""/>
        <dsp:cNvSpPr/>
      </dsp:nvSpPr>
      <dsp:spPr>
        <a:xfrm>
          <a:off x="240046" y="3158061"/>
          <a:ext cx="436449" cy="4364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953D7-A5D9-440F-A461-B115F973A89C}">
      <dsp:nvSpPr>
        <dsp:cNvPr id="0" name=""/>
        <dsp:cNvSpPr/>
      </dsp:nvSpPr>
      <dsp:spPr>
        <a:xfrm>
          <a:off x="916542" y="2979514"/>
          <a:ext cx="3726302" cy="793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3" tIns="83983" rIns="83983" bIns="839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RTSP (Real Time Streaming Protocol)</a:t>
          </a:r>
        </a:p>
      </dsp:txBody>
      <dsp:txXfrm>
        <a:off x="916542" y="2979514"/>
        <a:ext cx="3726302" cy="793543"/>
      </dsp:txXfrm>
    </dsp:sp>
    <dsp:sp modelId="{FA7975AD-D17A-4995-82CC-E60B3A5A1914}">
      <dsp:nvSpPr>
        <dsp:cNvPr id="0" name=""/>
        <dsp:cNvSpPr/>
      </dsp:nvSpPr>
      <dsp:spPr>
        <a:xfrm>
          <a:off x="0" y="3971443"/>
          <a:ext cx="4642845" cy="7935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6C8BED-116B-4287-8458-530C7E175E30}">
      <dsp:nvSpPr>
        <dsp:cNvPr id="0" name=""/>
        <dsp:cNvSpPr/>
      </dsp:nvSpPr>
      <dsp:spPr>
        <a:xfrm>
          <a:off x="240046" y="4149991"/>
          <a:ext cx="436449" cy="4364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499D0-5657-4437-BC5C-ECEE72D0D7C7}">
      <dsp:nvSpPr>
        <dsp:cNvPr id="0" name=""/>
        <dsp:cNvSpPr/>
      </dsp:nvSpPr>
      <dsp:spPr>
        <a:xfrm>
          <a:off x="916542" y="3971443"/>
          <a:ext cx="3726302" cy="793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3" tIns="83983" rIns="83983" bIns="839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TLS (Transport Layer Security)</a:t>
          </a:r>
        </a:p>
      </dsp:txBody>
      <dsp:txXfrm>
        <a:off x="916542" y="3971443"/>
        <a:ext cx="3726302" cy="7935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417E60-4766-4D95-B81B-78AB9593AEC1}">
      <dsp:nvSpPr>
        <dsp:cNvPr id="0" name=""/>
        <dsp:cNvSpPr/>
      </dsp:nvSpPr>
      <dsp:spPr>
        <a:xfrm>
          <a:off x="0" y="529"/>
          <a:ext cx="423267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38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E03A31-F21D-4C78-9AC6-13B51A4A534D}">
      <dsp:nvSpPr>
        <dsp:cNvPr id="0" name=""/>
        <dsp:cNvSpPr/>
      </dsp:nvSpPr>
      <dsp:spPr>
        <a:xfrm>
          <a:off x="0" y="529"/>
          <a:ext cx="4232672" cy="86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Two main captures:</a:t>
          </a:r>
        </a:p>
      </dsp:txBody>
      <dsp:txXfrm>
        <a:off x="0" y="529"/>
        <a:ext cx="4232672" cy="866563"/>
      </dsp:txXfrm>
    </dsp:sp>
    <dsp:sp modelId="{CD6D3E37-0009-49FE-AFEC-35A525861BC9}">
      <dsp:nvSpPr>
        <dsp:cNvPr id="0" name=""/>
        <dsp:cNvSpPr/>
      </dsp:nvSpPr>
      <dsp:spPr>
        <a:xfrm>
          <a:off x="0" y="867092"/>
          <a:ext cx="4232672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38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68253E-6F1D-4DDF-B5D9-19A51B3619F9}">
      <dsp:nvSpPr>
        <dsp:cNvPr id="0" name=""/>
        <dsp:cNvSpPr/>
      </dsp:nvSpPr>
      <dsp:spPr>
        <a:xfrm>
          <a:off x="0" y="867092"/>
          <a:ext cx="4232672" cy="86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- workingtext.txt (successful connection)</a:t>
          </a:r>
        </a:p>
      </dsp:txBody>
      <dsp:txXfrm>
        <a:off x="0" y="867092"/>
        <a:ext cx="4232672" cy="866563"/>
      </dsp:txXfrm>
    </dsp:sp>
    <dsp:sp modelId="{016B6AA2-98F6-4919-8972-CC75C72D4DBC}">
      <dsp:nvSpPr>
        <dsp:cNvPr id="0" name=""/>
        <dsp:cNvSpPr/>
      </dsp:nvSpPr>
      <dsp:spPr>
        <a:xfrm>
          <a:off x="0" y="1733655"/>
          <a:ext cx="4232672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3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763891A-CBBF-4D40-93F3-5F58C7CE325A}">
      <dsp:nvSpPr>
        <dsp:cNvPr id="0" name=""/>
        <dsp:cNvSpPr/>
      </dsp:nvSpPr>
      <dsp:spPr>
        <a:xfrm>
          <a:off x="0" y="1733655"/>
          <a:ext cx="4232672" cy="86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- brokentext.txt (failed attempts)</a:t>
          </a:r>
        </a:p>
      </dsp:txBody>
      <dsp:txXfrm>
        <a:off x="0" y="1733655"/>
        <a:ext cx="4232672" cy="866563"/>
      </dsp:txXfrm>
    </dsp:sp>
    <dsp:sp modelId="{BBC73C49-2632-404F-ABDD-B16E75B73C48}">
      <dsp:nvSpPr>
        <dsp:cNvPr id="0" name=""/>
        <dsp:cNvSpPr/>
      </dsp:nvSpPr>
      <dsp:spPr>
        <a:xfrm>
          <a:off x="0" y="2600219"/>
          <a:ext cx="4232672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38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B427EAC-F5F7-456B-8314-0633E138D507}">
      <dsp:nvSpPr>
        <dsp:cNvPr id="0" name=""/>
        <dsp:cNvSpPr/>
      </dsp:nvSpPr>
      <dsp:spPr>
        <a:xfrm>
          <a:off x="0" y="2600219"/>
          <a:ext cx="4232672" cy="86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Used tshark/Wireshark</a:t>
          </a:r>
        </a:p>
      </dsp:txBody>
      <dsp:txXfrm>
        <a:off x="0" y="2600219"/>
        <a:ext cx="4232672" cy="866563"/>
      </dsp:txXfrm>
    </dsp:sp>
    <dsp:sp modelId="{1918BC6F-91CA-4A0B-B192-CBF7FEAA4513}">
      <dsp:nvSpPr>
        <dsp:cNvPr id="0" name=""/>
        <dsp:cNvSpPr/>
      </dsp:nvSpPr>
      <dsp:spPr>
        <a:xfrm>
          <a:off x="0" y="3466782"/>
          <a:ext cx="4232672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38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 w="95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6D553AA-2E9F-4397-8ACE-CD067F77580B}">
      <dsp:nvSpPr>
        <dsp:cNvPr id="0" name=""/>
        <dsp:cNvSpPr/>
      </dsp:nvSpPr>
      <dsp:spPr>
        <a:xfrm>
          <a:off x="0" y="3466782"/>
          <a:ext cx="4232672" cy="86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No monitor mode available</a:t>
          </a:r>
        </a:p>
      </dsp:txBody>
      <dsp:txXfrm>
        <a:off x="0" y="3466782"/>
        <a:ext cx="4232672" cy="8665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DD3D70-2394-426D-9B31-1CC709E7F738}">
      <dsp:nvSpPr>
        <dsp:cNvPr id="0" name=""/>
        <dsp:cNvSpPr/>
      </dsp:nvSpPr>
      <dsp:spPr>
        <a:xfrm>
          <a:off x="716491" y="1685"/>
          <a:ext cx="1096927" cy="109692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C6B74F-2CF9-4710-B0A0-3BF71E983E30}">
      <dsp:nvSpPr>
        <dsp:cNvPr id="0" name=""/>
        <dsp:cNvSpPr/>
      </dsp:nvSpPr>
      <dsp:spPr>
        <a:xfrm>
          <a:off x="950262" y="235457"/>
          <a:ext cx="629384" cy="6293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F947F7-D4AB-463F-A134-377C4BFEBBD7}">
      <dsp:nvSpPr>
        <dsp:cNvPr id="0" name=""/>
        <dsp:cNvSpPr/>
      </dsp:nvSpPr>
      <dsp:spPr>
        <a:xfrm>
          <a:off x="365834" y="1440279"/>
          <a:ext cx="1798242" cy="719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Wireshark.org documentation</a:t>
          </a:r>
        </a:p>
      </dsp:txBody>
      <dsp:txXfrm>
        <a:off x="365834" y="1440279"/>
        <a:ext cx="1798242" cy="719296"/>
      </dsp:txXfrm>
    </dsp:sp>
    <dsp:sp modelId="{B793E4FD-CDA5-444D-AC90-2044F9A4A410}">
      <dsp:nvSpPr>
        <dsp:cNvPr id="0" name=""/>
        <dsp:cNvSpPr/>
      </dsp:nvSpPr>
      <dsp:spPr>
        <a:xfrm>
          <a:off x="2829425" y="1685"/>
          <a:ext cx="1096927" cy="109692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85B9CC-3367-4828-9C6A-6F8852CB095D}">
      <dsp:nvSpPr>
        <dsp:cNvPr id="0" name=""/>
        <dsp:cNvSpPr/>
      </dsp:nvSpPr>
      <dsp:spPr>
        <a:xfrm>
          <a:off x="3063197" y="235457"/>
          <a:ext cx="629384" cy="6293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10F4B-C207-426C-8DDC-30FD7A0E58B6}">
      <dsp:nvSpPr>
        <dsp:cNvPr id="0" name=""/>
        <dsp:cNvSpPr/>
      </dsp:nvSpPr>
      <dsp:spPr>
        <a:xfrm>
          <a:off x="2478768" y="1440279"/>
          <a:ext cx="1798242" cy="719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AirPlay protocol analysis (nto.github.io)</a:t>
          </a:r>
        </a:p>
      </dsp:txBody>
      <dsp:txXfrm>
        <a:off x="2478768" y="1440279"/>
        <a:ext cx="1798242" cy="719296"/>
      </dsp:txXfrm>
    </dsp:sp>
    <dsp:sp modelId="{75501CDB-FA50-4DDF-9636-34A76E09DF60}">
      <dsp:nvSpPr>
        <dsp:cNvPr id="0" name=""/>
        <dsp:cNvSpPr/>
      </dsp:nvSpPr>
      <dsp:spPr>
        <a:xfrm>
          <a:off x="716491" y="2609136"/>
          <a:ext cx="1096927" cy="109692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24DD44-E2CD-4714-B093-8C34720FDF1E}">
      <dsp:nvSpPr>
        <dsp:cNvPr id="0" name=""/>
        <dsp:cNvSpPr/>
      </dsp:nvSpPr>
      <dsp:spPr>
        <a:xfrm>
          <a:off x="950262" y="2842908"/>
          <a:ext cx="629384" cy="6293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01E29E-44AB-4DA0-9411-3234CD2BB553}">
      <dsp:nvSpPr>
        <dsp:cNvPr id="0" name=""/>
        <dsp:cNvSpPr/>
      </dsp:nvSpPr>
      <dsp:spPr>
        <a:xfrm>
          <a:off x="365834" y="4047730"/>
          <a:ext cx="1798242" cy="719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Monitor mode guide (wiki.wireshark.org)</a:t>
          </a:r>
        </a:p>
      </dsp:txBody>
      <dsp:txXfrm>
        <a:off x="365834" y="4047730"/>
        <a:ext cx="1798242" cy="719296"/>
      </dsp:txXfrm>
    </dsp:sp>
    <dsp:sp modelId="{506F6202-5B30-4815-AA82-7769655FA3DE}">
      <dsp:nvSpPr>
        <dsp:cNvPr id="0" name=""/>
        <dsp:cNvSpPr/>
      </dsp:nvSpPr>
      <dsp:spPr>
        <a:xfrm>
          <a:off x="2829425" y="2609136"/>
          <a:ext cx="1096927" cy="109692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98BEBD-8D4C-49D1-90E5-D23B637B8962}">
      <dsp:nvSpPr>
        <dsp:cNvPr id="0" name=""/>
        <dsp:cNvSpPr/>
      </dsp:nvSpPr>
      <dsp:spPr>
        <a:xfrm>
          <a:off x="3063197" y="2842908"/>
          <a:ext cx="629384" cy="62938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FC5B30-D163-44D8-BB76-4891ACA8A33E}">
      <dsp:nvSpPr>
        <dsp:cNvPr id="0" name=""/>
        <dsp:cNvSpPr/>
      </dsp:nvSpPr>
      <dsp:spPr>
        <a:xfrm>
          <a:off x="2478768" y="4047730"/>
          <a:ext cx="1798242" cy="719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• Tools: Wireshark, </a:t>
          </a:r>
          <a:r>
            <a:rPr lang="en-US" sz="1200" kern="1200" dirty="0" err="1"/>
            <a:t>Tshark</a:t>
          </a:r>
          <a:endParaRPr lang="en-US" sz="1200" kern="1200" dirty="0"/>
        </a:p>
      </dsp:txBody>
      <dsp:txXfrm>
        <a:off x="2478768" y="4047730"/>
        <a:ext cx="1798242" cy="7192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07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43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5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78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616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2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57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07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98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748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2539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505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2970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754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7568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10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989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85244"/>
            <a:ext cx="6400800" cy="1507067"/>
          </a:xfrm>
        </p:spPr>
        <p:txBody>
          <a:bodyPr>
            <a:normAutofit/>
          </a:bodyPr>
          <a:lstStyle/>
          <a:p>
            <a:r>
              <a:t>Diagnosing AirPlay Failures Through Wireshark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2068511"/>
            <a:ext cx="6400800" cy="36152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CS 3705 Final Project Presentation</a:t>
            </a:r>
          </a:p>
          <a:p>
            <a:r>
              <a:rPr lang="en-US" dirty="0">
                <a:solidFill>
                  <a:schemeClr val="tx1"/>
                </a:solidFill>
              </a:rPr>
              <a:t>Devon Van Tussenbrook</a:t>
            </a:r>
          </a:p>
          <a:p>
            <a:r>
              <a:rPr lang="en-US" dirty="0">
                <a:solidFill>
                  <a:schemeClr val="tx1"/>
                </a:solidFill>
              </a:rPr>
              <a:t>Weber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403C7F-76AE-4587-92A2-D4E41EBE6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3934" y="4487332"/>
            <a:ext cx="4220368" cy="1507067"/>
          </a:xfrm>
        </p:spPr>
        <p:txBody>
          <a:bodyPr>
            <a:normAutofit/>
          </a:bodyPr>
          <a:lstStyle/>
          <a:p>
            <a:r>
              <a:t>Project Objective</a:t>
            </a:r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AEA0B69F-3EA2-649C-3939-394E5C6159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014" r="19443"/>
          <a:stretch>
            <a:fillRect/>
          </a:stretch>
        </p:blipFill>
        <p:spPr>
          <a:xfrm>
            <a:off x="623" y="10"/>
            <a:ext cx="2626519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3459" y="685800"/>
            <a:ext cx="4969554" cy="3615267"/>
          </a:xfrm>
        </p:spPr>
        <p:txBody>
          <a:bodyPr>
            <a:normAutofit/>
          </a:bodyPr>
          <a:lstStyle/>
          <a:p>
            <a:r>
              <a:t>Investigate why AirPlay fails between iPhone and Roku</a:t>
            </a:r>
          </a:p>
          <a:p>
            <a:r>
              <a:t>Analyze working vs. failing connections using Wireshark</a:t>
            </a:r>
          </a:p>
          <a:p>
            <a:r>
              <a:t>Understand protocol behavior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C71778-3DDA-4748-AEBB-2A4B75016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A1F5C7D-5183-424E-BD72-BBFC59C5A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848F76E-D8DE-4826-901B-4E4090240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AE84420-E672-4A16-8384-42BDDC4A9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44D91EB-FA8D-4FD3-88F8-053F9962B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56B711F-46BD-4789-926C-CF2F01F71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97404" cy="6858002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1495" y="941424"/>
            <a:ext cx="2282922" cy="3248611"/>
          </a:xfrm>
        </p:spPr>
        <p:txBody>
          <a:bodyPr>
            <a:normAutofit/>
          </a:bodyPr>
          <a:lstStyle/>
          <a:p>
            <a:r>
              <a:rPr lang="en-US" sz="2700">
                <a:solidFill>
                  <a:srgbClr val="FFFFFF"/>
                </a:solidFill>
              </a:rPr>
              <a:t>Protocols Involved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DFF7C1-66B5-E4FA-15A2-813D393FA0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1514783"/>
              </p:ext>
            </p:extLst>
          </p:nvPr>
        </p:nvGraphicFramePr>
        <p:xfrm>
          <a:off x="705483" y="941424"/>
          <a:ext cx="4642845" cy="476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4C5530E-85F5-4469-A5C9-54B113C11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9532" y="620722"/>
            <a:ext cx="2740574" cy="3532989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Capture Overview</a:t>
            </a:r>
          </a:p>
        </p:txBody>
      </p:sp>
      <p:sp useBgFill="1">
        <p:nvSpPr>
          <p:cNvPr id="25" name="Snip Diagonal Corner Rectangle 21">
            <a:extLst>
              <a:ext uri="{FF2B5EF4-FFF2-40B4-BE49-F238E27FC236}">
                <a16:creationId xmlns:a16="http://schemas.microsoft.com/office/drawing/2014/main" id="{A9CEB52D-0D40-45E3-94F9-CDB2083A9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500" y="620722"/>
            <a:ext cx="4931622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F7EB202-DE79-4E39-BCF0-D9855DA1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DF8FC51-F3B0-4D84-A367-A14707163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B3C3EDB-3DD5-4F8C-84C2-B598DB12A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9DD3267-7A88-4810-94C1-0176A11D9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9F7E30E-9755-4BB4-B799-15752AE27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A0A74F5-C569-4A54-9AA8-8F85E9E7E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FD7AB8-4ABB-7A62-648F-880B00EED9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116771"/>
              </p:ext>
            </p:extLst>
          </p:nvPr>
        </p:nvGraphicFramePr>
        <p:xfrm>
          <a:off x="823912" y="1096963"/>
          <a:ext cx="4232672" cy="4333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5566" y="490492"/>
            <a:ext cx="2732576" cy="4063754"/>
          </a:xfrm>
        </p:spPr>
        <p:txBody>
          <a:bodyPr>
            <a:normAutofit/>
          </a:bodyPr>
          <a:lstStyle/>
          <a:p>
            <a:r>
              <a:t>Working Capture: Key Packets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490491"/>
            <a:ext cx="5396871" cy="3477827"/>
          </a:xfrm>
        </p:spPr>
        <p:txBody>
          <a:bodyPr>
            <a:normAutofit/>
          </a:bodyPr>
          <a:lstStyle/>
          <a:p>
            <a:r>
              <a:rPr lang="en-US"/>
              <a:t>• Packet 218: Service discovery (_airplay._tcp.local)</a:t>
            </a:r>
          </a:p>
          <a:p>
            <a:r>
              <a:rPr lang="en-US"/>
              <a:t>• Single _wake._tcp.local packet</a:t>
            </a:r>
          </a:p>
          <a:p>
            <a:r>
              <a:rPr lang="en-US"/>
              <a:t>• TCP/RTSP/TLS flows inferred</a:t>
            </a:r>
          </a:p>
          <a:p>
            <a:r>
              <a:rPr lang="en-US"/>
              <a:t>• No retransmissions or resets</a:t>
            </a:r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D045BD0-41F6-3221-D81E-00BF1EF65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72846"/>
            <a:ext cx="9144000" cy="35851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5566" y="490492"/>
            <a:ext cx="2732576" cy="4063754"/>
          </a:xfrm>
        </p:spPr>
        <p:txBody>
          <a:bodyPr>
            <a:normAutofit/>
          </a:bodyPr>
          <a:lstStyle/>
          <a:p>
            <a:r>
              <a:t>Broken Capture: Repeated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490491"/>
            <a:ext cx="5396871" cy="3477827"/>
          </a:xfrm>
        </p:spPr>
        <p:txBody>
          <a:bodyPr>
            <a:normAutofit/>
          </a:bodyPr>
          <a:lstStyle/>
          <a:p>
            <a:r>
              <a:t>• Packets: 470, 478, 490, 502...</a:t>
            </a:r>
          </a:p>
          <a:p>
            <a:r>
              <a:t>• Multiple _wake._tcp.local retries</a:t>
            </a:r>
          </a:p>
          <a:p>
            <a:r>
              <a:t>• No SYN-ACK → no TCP handshake</a:t>
            </a:r>
          </a:p>
          <a:p>
            <a:r>
              <a:t>• Connection never established</a:t>
            </a:r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4CF3CFE-D5EC-82E4-02F7-74C634B48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7790"/>
            <a:ext cx="9131243" cy="33202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685799"/>
            <a:ext cx="2810333" cy="4892040"/>
          </a:xfrm>
        </p:spPr>
        <p:txBody>
          <a:bodyPr>
            <a:normAutofit/>
          </a:bodyPr>
          <a:lstStyle/>
          <a:p>
            <a:pPr algn="r"/>
            <a:r>
              <a:rPr lang="en-US"/>
              <a:t>Limitations Without Monitor Mode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88087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971" y="685799"/>
            <a:ext cx="4716195" cy="489204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• Cannot see unicast packets to/from Roku</a:t>
            </a:r>
          </a:p>
          <a:p>
            <a:r>
              <a:rPr lang="en-US">
                <a:solidFill>
                  <a:schemeClr val="tx1"/>
                </a:solidFill>
              </a:rPr>
              <a:t>• Missing:</a:t>
            </a:r>
          </a:p>
          <a:p>
            <a:r>
              <a:rPr lang="en-US">
                <a:solidFill>
                  <a:schemeClr val="tx1"/>
                </a:solidFill>
              </a:rPr>
              <a:t>  - TCP handshake</a:t>
            </a:r>
          </a:p>
          <a:p>
            <a:r>
              <a:rPr lang="en-US">
                <a:solidFill>
                  <a:schemeClr val="tx1"/>
                </a:solidFill>
              </a:rPr>
              <a:t>  - RTSP requests/responses</a:t>
            </a:r>
          </a:p>
          <a:p>
            <a:r>
              <a:rPr lang="en-US">
                <a:solidFill>
                  <a:schemeClr val="tx1"/>
                </a:solidFill>
              </a:rPr>
              <a:t>  - TLS negotiation</a:t>
            </a:r>
          </a:p>
          <a:p>
            <a:r>
              <a:rPr lang="en-US">
                <a:solidFill>
                  <a:schemeClr val="tx1"/>
                </a:solidFill>
              </a:rPr>
              <a:t>  - Reset/error packets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97404" cy="6858002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1495" y="941424"/>
            <a:ext cx="2282922" cy="3248611"/>
          </a:xfrm>
        </p:spPr>
        <p:txBody>
          <a:bodyPr>
            <a:normAutofit/>
          </a:bodyPr>
          <a:lstStyle/>
          <a:p>
            <a:r>
              <a:rPr lang="en-US" sz="2700">
                <a:solidFill>
                  <a:srgbClr val="FFFFFF"/>
                </a:solidFill>
              </a:rPr>
              <a:t>References and Tools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6003D5-D9AC-43E0-D2F4-DB70B4B3CB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6042348"/>
              </p:ext>
            </p:extLst>
          </p:nvPr>
        </p:nvGraphicFramePr>
        <p:xfrm>
          <a:off x="705483" y="941424"/>
          <a:ext cx="4642845" cy="476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85244"/>
            <a:ext cx="6400800" cy="1507067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2068511"/>
            <a:ext cx="6400800" cy="36152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• Learned importance of packet types</a:t>
            </a:r>
          </a:p>
          <a:p>
            <a:r>
              <a:rPr lang="en-US">
                <a:solidFill>
                  <a:schemeClr val="tx1"/>
                </a:solidFill>
              </a:rPr>
              <a:t>• Monitor mode is critical for full capture</a:t>
            </a:r>
          </a:p>
          <a:p>
            <a:r>
              <a:rPr lang="en-US">
                <a:solidFill>
                  <a:schemeClr val="tx1"/>
                </a:solidFill>
              </a:rPr>
              <a:t>• Wireshark can still show patterns of failure</a:t>
            </a:r>
          </a:p>
          <a:p>
            <a:r>
              <a:rPr lang="en-US">
                <a:solidFill>
                  <a:schemeClr val="tx1"/>
                </a:solidFill>
              </a:rPr>
              <a:t>• Future: Try with monitor-capable device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165</TotalTime>
  <Words>286</Words>
  <Application>Microsoft Office PowerPoint</Application>
  <PresentationFormat>On-screen Show (4:3)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Slice</vt:lpstr>
      <vt:lpstr>Diagnosing AirPlay Failures Through Wireshark</vt:lpstr>
      <vt:lpstr>Project Objective</vt:lpstr>
      <vt:lpstr>Protocols Involved</vt:lpstr>
      <vt:lpstr>Capture Overview</vt:lpstr>
      <vt:lpstr>Working Capture: Key Packets</vt:lpstr>
      <vt:lpstr>Broken Capture: Repeated Failures</vt:lpstr>
      <vt:lpstr>Limitations Without Monitor Mode</vt:lpstr>
      <vt:lpstr>References and Tools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devon van tussenbrook</dc:creator>
  <cp:keywords/>
  <dc:description>generated using python-pptx</dc:description>
  <cp:lastModifiedBy>Devon Van Tussenbrook</cp:lastModifiedBy>
  <cp:revision>2</cp:revision>
  <dcterms:created xsi:type="dcterms:W3CDTF">2013-01-27T09:14:16Z</dcterms:created>
  <dcterms:modified xsi:type="dcterms:W3CDTF">2025-08-04T01:35:16Z</dcterms:modified>
  <cp:category/>
</cp:coreProperties>
</file>